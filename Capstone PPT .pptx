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65" r:id="rId5"/>
    <p:sldId id="266" r:id="rId6"/>
    <p:sldId id="267" r:id="rId7"/>
    <p:sldId id="268" r:id="rId8"/>
    <p:sldId id="269" r:id="rId9"/>
    <p:sldId id="270" r:id="rId10"/>
    <p:sldId id="271" r:id="rId11"/>
    <p:sldId id="272" r:id="rId12"/>
    <p:sldId id="273" r:id="rId13"/>
    <p:sldId id="263"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744098-60A8-4B43-AAA5-A527D161693C}" v="31" dt="2026-01-22T07:46:44.41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013"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ankar Ghorpade" userId="935d303e3e19a88c" providerId="LiveId" clId="{41BBE753-BFB7-43AE-8C3C-315A33BF6BA7}"/>
    <pc:docChg chg="undo custSel addSld delSld modSld">
      <pc:chgData name="Oankar Ghorpade" userId="935d303e3e19a88c" providerId="LiveId" clId="{41BBE753-BFB7-43AE-8C3C-315A33BF6BA7}" dt="2026-01-22T07:55:52.826" v="3602" actId="2711"/>
      <pc:docMkLst>
        <pc:docMk/>
      </pc:docMkLst>
      <pc:sldChg chg="addSp modSp mod">
        <pc:chgData name="Oankar Ghorpade" userId="935d303e3e19a88c" providerId="LiveId" clId="{41BBE753-BFB7-43AE-8C3C-315A33BF6BA7}" dt="2026-01-22T06:34:05.030" v="85" actId="1076"/>
        <pc:sldMkLst>
          <pc:docMk/>
          <pc:sldMk cId="0" sldId="256"/>
        </pc:sldMkLst>
        <pc:spChg chg="mod">
          <ac:chgData name="Oankar Ghorpade" userId="935d303e3e19a88c" providerId="LiveId" clId="{41BBE753-BFB7-43AE-8C3C-315A33BF6BA7}" dt="2026-01-22T06:33:22.549" v="41" actId="207"/>
          <ac:spMkLst>
            <pc:docMk/>
            <pc:sldMk cId="0" sldId="256"/>
            <ac:spMk id="6" creationId="{00000000-0000-0000-0000-000000000000}"/>
          </ac:spMkLst>
        </pc:spChg>
        <pc:spChg chg="add mod">
          <ac:chgData name="Oankar Ghorpade" userId="935d303e3e19a88c" providerId="LiveId" clId="{41BBE753-BFB7-43AE-8C3C-315A33BF6BA7}" dt="2026-01-22T06:34:05.030" v="85" actId="1076"/>
          <ac:spMkLst>
            <pc:docMk/>
            <pc:sldMk cId="0" sldId="256"/>
            <ac:spMk id="7" creationId="{DB041A08-0793-BB39-555A-1E6474EA7D45}"/>
          </ac:spMkLst>
        </pc:spChg>
        <pc:grpChg chg="mod">
          <ac:chgData name="Oankar Ghorpade" userId="935d303e3e19a88c" providerId="LiveId" clId="{41BBE753-BFB7-43AE-8C3C-315A33BF6BA7}" dt="2026-01-22T06:33:50.669" v="82" actId="1076"/>
          <ac:grpSpMkLst>
            <pc:docMk/>
            <pc:sldMk cId="0" sldId="256"/>
            <ac:grpSpMk id="3" creationId="{00000000-0000-0000-0000-000000000000}"/>
          </ac:grpSpMkLst>
        </pc:grpChg>
      </pc:sldChg>
      <pc:sldChg chg="addSp delSp modSp mod modClrScheme chgLayout">
        <pc:chgData name="Oankar Ghorpade" userId="935d303e3e19a88c" providerId="LiveId" clId="{41BBE753-BFB7-43AE-8C3C-315A33BF6BA7}" dt="2026-01-22T07:50:54.414" v="3524" actId="14100"/>
        <pc:sldMkLst>
          <pc:docMk/>
          <pc:sldMk cId="0" sldId="257"/>
        </pc:sldMkLst>
        <pc:spChg chg="del">
          <ac:chgData name="Oankar Ghorpade" userId="935d303e3e19a88c" providerId="LiveId" clId="{41BBE753-BFB7-43AE-8C3C-315A33BF6BA7}" dt="2026-01-22T06:34:16.660" v="86" actId="478"/>
          <ac:spMkLst>
            <pc:docMk/>
            <pc:sldMk cId="0" sldId="257"/>
            <ac:spMk id="2" creationId="{00000000-0000-0000-0000-000000000000}"/>
          </ac:spMkLst>
        </pc:spChg>
        <pc:spChg chg="mod ord">
          <ac:chgData name="Oankar Ghorpade" userId="935d303e3e19a88c" providerId="LiveId" clId="{41BBE753-BFB7-43AE-8C3C-315A33BF6BA7}" dt="2026-01-22T06:34:45.124" v="90" actId="6264"/>
          <ac:spMkLst>
            <pc:docMk/>
            <pc:sldMk cId="0" sldId="257"/>
            <ac:spMk id="3" creationId="{00000000-0000-0000-0000-000000000000}"/>
          </ac:spMkLst>
        </pc:spChg>
        <pc:spChg chg="add del mod ord">
          <ac:chgData name="Oankar Ghorpade" userId="935d303e3e19a88c" providerId="LiveId" clId="{41BBE753-BFB7-43AE-8C3C-315A33BF6BA7}" dt="2026-01-22T06:34:30.452" v="87" actId="700"/>
          <ac:spMkLst>
            <pc:docMk/>
            <pc:sldMk cId="0" sldId="257"/>
            <ac:spMk id="5" creationId="{B33D7F74-65CE-E09A-90A4-16AC2063C31F}"/>
          </ac:spMkLst>
        </pc:spChg>
        <pc:spChg chg="add del mod ord">
          <ac:chgData name="Oankar Ghorpade" userId="935d303e3e19a88c" providerId="LiveId" clId="{41BBE753-BFB7-43AE-8C3C-315A33BF6BA7}" dt="2026-01-22T06:34:45.124" v="90" actId="6264"/>
          <ac:spMkLst>
            <pc:docMk/>
            <pc:sldMk cId="0" sldId="257"/>
            <ac:spMk id="6" creationId="{CDF10D52-113C-9DA1-D27E-09044B81CECD}"/>
          </ac:spMkLst>
        </pc:spChg>
        <pc:spChg chg="add del mod ord">
          <ac:chgData name="Oankar Ghorpade" userId="935d303e3e19a88c" providerId="LiveId" clId="{41BBE753-BFB7-43AE-8C3C-315A33BF6BA7}" dt="2026-01-22T06:34:45.124" v="90" actId="6264"/>
          <ac:spMkLst>
            <pc:docMk/>
            <pc:sldMk cId="0" sldId="257"/>
            <ac:spMk id="7" creationId="{30C5001A-03E2-C935-1E65-1E6226F3D0F5}"/>
          </ac:spMkLst>
        </pc:spChg>
        <pc:spChg chg="add del mod">
          <ac:chgData name="Oankar Ghorpade" userId="935d303e3e19a88c" providerId="LiveId" clId="{41BBE753-BFB7-43AE-8C3C-315A33BF6BA7}" dt="2026-01-22T06:34:45.124" v="90" actId="6264"/>
          <ac:spMkLst>
            <pc:docMk/>
            <pc:sldMk cId="0" sldId="257"/>
            <ac:spMk id="8" creationId="{FDC7EADD-B5BF-9C0A-7003-7FC62A6E9EE5}"/>
          </ac:spMkLst>
        </pc:spChg>
        <pc:spChg chg="add mod ord">
          <ac:chgData name="Oankar Ghorpade" userId="935d303e3e19a88c" providerId="LiveId" clId="{41BBE753-BFB7-43AE-8C3C-315A33BF6BA7}" dt="2026-01-22T07:50:54.414" v="3524" actId="14100"/>
          <ac:spMkLst>
            <pc:docMk/>
            <pc:sldMk cId="0" sldId="257"/>
            <ac:spMk id="9" creationId="{39F43412-F4AC-B7EE-5E6A-61CC21F6CD41}"/>
          </ac:spMkLst>
        </pc:spChg>
        <pc:spChg chg="add mod ord">
          <ac:chgData name="Oankar Ghorpade" userId="935d303e3e19a88c" providerId="LiveId" clId="{41BBE753-BFB7-43AE-8C3C-315A33BF6BA7}" dt="2026-01-22T06:35:36.078" v="124" actId="14100"/>
          <ac:spMkLst>
            <pc:docMk/>
            <pc:sldMk cId="0" sldId="257"/>
            <ac:spMk id="10" creationId="{9323AFC9-4B23-5113-4AFB-70F177AF8063}"/>
          </ac:spMkLst>
        </pc:spChg>
        <pc:spChg chg="add mod">
          <ac:chgData name="Oankar Ghorpade" userId="935d303e3e19a88c" providerId="LiveId" clId="{41BBE753-BFB7-43AE-8C3C-315A33BF6BA7}" dt="2026-01-22T07:50:38.930" v="3522" actId="2711"/>
          <ac:spMkLst>
            <pc:docMk/>
            <pc:sldMk cId="0" sldId="257"/>
            <ac:spMk id="11" creationId="{2A05F326-CE39-CB42-90F8-2F1CD6B392AC}"/>
          </ac:spMkLst>
        </pc:spChg>
      </pc:sldChg>
      <pc:sldChg chg="del">
        <pc:chgData name="Oankar Ghorpade" userId="935d303e3e19a88c" providerId="LiveId" clId="{41BBE753-BFB7-43AE-8C3C-315A33BF6BA7}" dt="2026-01-22T06:37:20.072" v="261" actId="47"/>
        <pc:sldMkLst>
          <pc:docMk/>
          <pc:sldMk cId="0" sldId="258"/>
        </pc:sldMkLst>
      </pc:sldChg>
      <pc:sldChg chg="del">
        <pc:chgData name="Oankar Ghorpade" userId="935d303e3e19a88c" providerId="LiveId" clId="{41BBE753-BFB7-43AE-8C3C-315A33BF6BA7}" dt="2026-01-22T06:37:21.397" v="262" actId="47"/>
        <pc:sldMkLst>
          <pc:docMk/>
          <pc:sldMk cId="0" sldId="259"/>
        </pc:sldMkLst>
      </pc:sldChg>
      <pc:sldChg chg="del">
        <pc:chgData name="Oankar Ghorpade" userId="935d303e3e19a88c" providerId="LiveId" clId="{41BBE753-BFB7-43AE-8C3C-315A33BF6BA7}" dt="2026-01-22T06:37:21.417" v="263" actId="47"/>
        <pc:sldMkLst>
          <pc:docMk/>
          <pc:sldMk cId="0" sldId="260"/>
        </pc:sldMkLst>
      </pc:sldChg>
      <pc:sldChg chg="del">
        <pc:chgData name="Oankar Ghorpade" userId="935d303e3e19a88c" providerId="LiveId" clId="{41BBE753-BFB7-43AE-8C3C-315A33BF6BA7}" dt="2026-01-22T06:37:23.291" v="264" actId="47"/>
        <pc:sldMkLst>
          <pc:docMk/>
          <pc:sldMk cId="0" sldId="261"/>
        </pc:sldMkLst>
      </pc:sldChg>
      <pc:sldChg chg="del">
        <pc:chgData name="Oankar Ghorpade" userId="935d303e3e19a88c" providerId="LiveId" clId="{41BBE753-BFB7-43AE-8C3C-315A33BF6BA7}" dt="2026-01-22T06:37:24.671" v="265" actId="47"/>
        <pc:sldMkLst>
          <pc:docMk/>
          <pc:sldMk cId="0" sldId="262"/>
        </pc:sldMkLst>
      </pc:sldChg>
      <pc:sldChg chg="modSp new mod">
        <pc:chgData name="Oankar Ghorpade" userId="935d303e3e19a88c" providerId="LiveId" clId="{41BBE753-BFB7-43AE-8C3C-315A33BF6BA7}" dt="2026-01-22T07:51:38.645" v="3558" actId="313"/>
        <pc:sldMkLst>
          <pc:docMk/>
          <pc:sldMk cId="1061449423" sldId="264"/>
        </pc:sldMkLst>
        <pc:spChg chg="mod">
          <ac:chgData name="Oankar Ghorpade" userId="935d303e3e19a88c" providerId="LiveId" clId="{41BBE753-BFB7-43AE-8C3C-315A33BF6BA7}" dt="2026-01-22T07:51:23.531" v="3555" actId="2711"/>
          <ac:spMkLst>
            <pc:docMk/>
            <pc:sldMk cId="1061449423" sldId="264"/>
            <ac:spMk id="2" creationId="{B622104A-DDA2-D0BE-A44C-D5859AD7D7F9}"/>
          </ac:spMkLst>
        </pc:spChg>
        <pc:spChg chg="mod">
          <ac:chgData name="Oankar Ghorpade" userId="935d303e3e19a88c" providerId="LiveId" clId="{41BBE753-BFB7-43AE-8C3C-315A33BF6BA7}" dt="2026-01-22T07:51:38.645" v="3558" actId="313"/>
          <ac:spMkLst>
            <pc:docMk/>
            <pc:sldMk cId="1061449423" sldId="264"/>
            <ac:spMk id="3" creationId="{680FF701-B744-F224-9B99-B8B0B9F8DA6B}"/>
          </ac:spMkLst>
        </pc:spChg>
      </pc:sldChg>
      <pc:sldChg chg="addSp delSp modSp new mod">
        <pc:chgData name="Oankar Ghorpade" userId="935d303e3e19a88c" providerId="LiveId" clId="{41BBE753-BFB7-43AE-8C3C-315A33BF6BA7}" dt="2026-01-22T07:53:10.696" v="3576" actId="2711"/>
        <pc:sldMkLst>
          <pc:docMk/>
          <pc:sldMk cId="3640092823" sldId="265"/>
        </pc:sldMkLst>
        <pc:spChg chg="mod">
          <ac:chgData name="Oankar Ghorpade" userId="935d303e3e19a88c" providerId="LiveId" clId="{41BBE753-BFB7-43AE-8C3C-315A33BF6BA7}" dt="2026-01-22T07:51:55.150" v="3562" actId="1076"/>
          <ac:spMkLst>
            <pc:docMk/>
            <pc:sldMk cId="3640092823" sldId="265"/>
            <ac:spMk id="2" creationId="{70D04DF8-D4C0-97C1-35C3-81771492F70B}"/>
          </ac:spMkLst>
        </pc:spChg>
        <pc:spChg chg="mod">
          <ac:chgData name="Oankar Ghorpade" userId="935d303e3e19a88c" providerId="LiveId" clId="{41BBE753-BFB7-43AE-8C3C-315A33BF6BA7}" dt="2026-01-22T07:52:00.974" v="3563" actId="1076"/>
          <ac:spMkLst>
            <pc:docMk/>
            <pc:sldMk cId="3640092823" sldId="265"/>
            <ac:spMk id="3" creationId="{4AE2949A-060E-BBDC-7351-EEE528F957B5}"/>
          </ac:spMkLst>
        </pc:spChg>
        <pc:spChg chg="add mod">
          <ac:chgData name="Oankar Ghorpade" userId="935d303e3e19a88c" providerId="LiveId" clId="{41BBE753-BFB7-43AE-8C3C-315A33BF6BA7}" dt="2026-01-22T06:45:06.965" v="894" actId="14100"/>
          <ac:spMkLst>
            <pc:docMk/>
            <pc:sldMk cId="3640092823" sldId="265"/>
            <ac:spMk id="4" creationId="{23E97104-DB30-1AC8-4C4F-8F06AB6F8CA8}"/>
          </ac:spMkLst>
        </pc:spChg>
        <pc:spChg chg="add mod">
          <ac:chgData name="Oankar Ghorpade" userId="935d303e3e19a88c" providerId="LiveId" clId="{41BBE753-BFB7-43AE-8C3C-315A33BF6BA7}" dt="2026-01-22T07:52:10.176" v="3564" actId="2711"/>
          <ac:spMkLst>
            <pc:docMk/>
            <pc:sldMk cId="3640092823" sldId="265"/>
            <ac:spMk id="5" creationId="{C35DF601-CBA8-48B5-8B5F-D669154023B2}"/>
          </ac:spMkLst>
        </pc:spChg>
        <pc:spChg chg="add mod">
          <ac:chgData name="Oankar Ghorpade" userId="935d303e3e19a88c" providerId="LiveId" clId="{41BBE753-BFB7-43AE-8C3C-315A33BF6BA7}" dt="2026-01-22T06:45:19.847" v="897" actId="14100"/>
          <ac:spMkLst>
            <pc:docMk/>
            <pc:sldMk cId="3640092823" sldId="265"/>
            <ac:spMk id="8" creationId="{5AA96A54-0795-DBAD-4050-16E3262A1620}"/>
          </ac:spMkLst>
        </pc:spChg>
        <pc:spChg chg="add mod">
          <ac:chgData name="Oankar Ghorpade" userId="935d303e3e19a88c" providerId="LiveId" clId="{41BBE753-BFB7-43AE-8C3C-315A33BF6BA7}" dt="2026-01-22T07:52:14.231" v="3565" actId="2711"/>
          <ac:spMkLst>
            <pc:docMk/>
            <pc:sldMk cId="3640092823" sldId="265"/>
            <ac:spMk id="9" creationId="{01F375EB-D905-D91E-87AE-C3F1AEE2ED52}"/>
          </ac:spMkLst>
        </pc:spChg>
        <pc:spChg chg="add mod">
          <ac:chgData name="Oankar Ghorpade" userId="935d303e3e19a88c" providerId="LiveId" clId="{41BBE753-BFB7-43AE-8C3C-315A33BF6BA7}" dt="2026-01-22T07:52:19.296" v="3566" actId="2711"/>
          <ac:spMkLst>
            <pc:docMk/>
            <pc:sldMk cId="3640092823" sldId="265"/>
            <ac:spMk id="10" creationId="{812AA0F1-EF49-67CB-D2F3-ABA502DC03CF}"/>
          </ac:spMkLst>
        </pc:spChg>
        <pc:spChg chg="add mod">
          <ac:chgData name="Oankar Ghorpade" userId="935d303e3e19a88c" providerId="LiveId" clId="{41BBE753-BFB7-43AE-8C3C-315A33BF6BA7}" dt="2026-01-22T07:52:23.561" v="3567" actId="2711"/>
          <ac:spMkLst>
            <pc:docMk/>
            <pc:sldMk cId="3640092823" sldId="265"/>
            <ac:spMk id="12" creationId="{2BF58229-82E4-5E06-12F5-A065C2D7D808}"/>
          </ac:spMkLst>
        </pc:spChg>
        <pc:spChg chg="add mod">
          <ac:chgData name="Oankar Ghorpade" userId="935d303e3e19a88c" providerId="LiveId" clId="{41BBE753-BFB7-43AE-8C3C-315A33BF6BA7}" dt="2026-01-22T07:52:27.489" v="3568" actId="2711"/>
          <ac:spMkLst>
            <pc:docMk/>
            <pc:sldMk cId="3640092823" sldId="265"/>
            <ac:spMk id="14" creationId="{2631F2D2-6E7C-31C6-6D37-FE47A0116ADB}"/>
          </ac:spMkLst>
        </pc:spChg>
        <pc:spChg chg="add mod">
          <ac:chgData name="Oankar Ghorpade" userId="935d303e3e19a88c" providerId="LiveId" clId="{41BBE753-BFB7-43AE-8C3C-315A33BF6BA7}" dt="2026-01-22T07:52:31.338" v="3569" actId="2711"/>
          <ac:spMkLst>
            <pc:docMk/>
            <pc:sldMk cId="3640092823" sldId="265"/>
            <ac:spMk id="25" creationId="{4BCF8DBB-0120-3B80-DA04-646C99367EE6}"/>
          </ac:spMkLst>
        </pc:spChg>
        <pc:spChg chg="add mod">
          <ac:chgData name="Oankar Ghorpade" userId="935d303e3e19a88c" providerId="LiveId" clId="{41BBE753-BFB7-43AE-8C3C-315A33BF6BA7}" dt="2026-01-22T07:52:37.561" v="3570" actId="2711"/>
          <ac:spMkLst>
            <pc:docMk/>
            <pc:sldMk cId="3640092823" sldId="265"/>
            <ac:spMk id="27" creationId="{F6E25C62-D63F-8ECA-B5FD-522FAC0E07B6}"/>
          </ac:spMkLst>
        </pc:spChg>
        <pc:spChg chg="add del mod">
          <ac:chgData name="Oankar Ghorpade" userId="935d303e3e19a88c" providerId="LiveId" clId="{41BBE753-BFB7-43AE-8C3C-315A33BF6BA7}" dt="2026-01-22T07:52:47.889" v="3572" actId="2711"/>
          <ac:spMkLst>
            <pc:docMk/>
            <pc:sldMk cId="3640092823" sldId="265"/>
            <ac:spMk id="29" creationId="{14CC368D-0018-B0BD-95AA-7C3D14B97CFC}"/>
          </ac:spMkLst>
        </pc:spChg>
        <pc:spChg chg="add mod">
          <ac:chgData name="Oankar Ghorpade" userId="935d303e3e19a88c" providerId="LiveId" clId="{41BBE753-BFB7-43AE-8C3C-315A33BF6BA7}" dt="2026-01-22T07:52:52.219" v="3573" actId="2711"/>
          <ac:spMkLst>
            <pc:docMk/>
            <pc:sldMk cId="3640092823" sldId="265"/>
            <ac:spMk id="34" creationId="{42DFC37C-14EA-86D2-0876-8E803735BD10}"/>
          </ac:spMkLst>
        </pc:spChg>
        <pc:spChg chg="add mod">
          <ac:chgData name="Oankar Ghorpade" userId="935d303e3e19a88c" providerId="LiveId" clId="{41BBE753-BFB7-43AE-8C3C-315A33BF6BA7}" dt="2026-01-22T07:52:56.072" v="3574" actId="2711"/>
          <ac:spMkLst>
            <pc:docMk/>
            <pc:sldMk cId="3640092823" sldId="265"/>
            <ac:spMk id="41" creationId="{EFCD5C57-F304-2DE2-6914-C87FFE36D12D}"/>
          </ac:spMkLst>
        </pc:spChg>
        <pc:spChg chg="add mod">
          <ac:chgData name="Oankar Ghorpade" userId="935d303e3e19a88c" providerId="LiveId" clId="{41BBE753-BFB7-43AE-8C3C-315A33BF6BA7}" dt="2026-01-22T07:52:59.977" v="3575" actId="2711"/>
          <ac:spMkLst>
            <pc:docMk/>
            <pc:sldMk cId="3640092823" sldId="265"/>
            <ac:spMk id="43" creationId="{D2E17107-1EF8-D87F-CE3B-C1F0DA68794C}"/>
          </ac:spMkLst>
        </pc:spChg>
        <pc:spChg chg="add mod">
          <ac:chgData name="Oankar Ghorpade" userId="935d303e3e19a88c" providerId="LiveId" clId="{41BBE753-BFB7-43AE-8C3C-315A33BF6BA7}" dt="2026-01-22T07:53:10.696" v="3576" actId="2711"/>
          <ac:spMkLst>
            <pc:docMk/>
            <pc:sldMk cId="3640092823" sldId="265"/>
            <ac:spMk id="45" creationId="{A9701C59-56C3-C962-2DF7-4F620481A2EA}"/>
          </ac:spMkLst>
        </pc:spChg>
        <pc:cxnChg chg="add mod">
          <ac:chgData name="Oankar Ghorpade" userId="935d303e3e19a88c" providerId="LiveId" clId="{41BBE753-BFB7-43AE-8C3C-315A33BF6BA7}" dt="2026-01-22T06:45:43.598" v="903" actId="1076"/>
          <ac:cxnSpMkLst>
            <pc:docMk/>
            <pc:sldMk cId="3640092823" sldId="265"/>
            <ac:cxnSpMk id="7" creationId="{E2258364-5B02-FB7D-CF12-7E7E2C34DDEC}"/>
          </ac:cxnSpMkLst>
        </pc:cxnChg>
        <pc:cxnChg chg="add mod">
          <ac:chgData name="Oankar Ghorpade" userId="935d303e3e19a88c" providerId="LiveId" clId="{41BBE753-BFB7-43AE-8C3C-315A33BF6BA7}" dt="2026-01-22T06:46:30.126" v="927" actId="1076"/>
          <ac:cxnSpMkLst>
            <pc:docMk/>
            <pc:sldMk cId="3640092823" sldId="265"/>
            <ac:cxnSpMk id="11" creationId="{626A190B-7A9A-4D7B-125C-6DC8953461E4}"/>
          </ac:cxnSpMkLst>
        </pc:cxnChg>
        <pc:cxnChg chg="add mod">
          <ac:chgData name="Oankar Ghorpade" userId="935d303e3e19a88c" providerId="LiveId" clId="{41BBE753-BFB7-43AE-8C3C-315A33BF6BA7}" dt="2026-01-22T06:46:47.687" v="932" actId="1076"/>
          <ac:cxnSpMkLst>
            <pc:docMk/>
            <pc:sldMk cId="3640092823" sldId="265"/>
            <ac:cxnSpMk id="13" creationId="{07024B8F-8A56-4FA2-7DCF-40EBAA35E547}"/>
          </ac:cxnSpMkLst>
        </pc:cxnChg>
        <pc:cxnChg chg="add del mod">
          <ac:chgData name="Oankar Ghorpade" userId="935d303e3e19a88c" providerId="LiveId" clId="{41BBE753-BFB7-43AE-8C3C-315A33BF6BA7}" dt="2026-01-22T06:47:43.890" v="958" actId="478"/>
          <ac:cxnSpMkLst>
            <pc:docMk/>
            <pc:sldMk cId="3640092823" sldId="265"/>
            <ac:cxnSpMk id="16" creationId="{BBA1B8B6-07E4-D183-C838-27AEC7736542}"/>
          </ac:cxnSpMkLst>
        </pc:cxnChg>
        <pc:cxnChg chg="add del mod">
          <ac:chgData name="Oankar Ghorpade" userId="935d303e3e19a88c" providerId="LiveId" clId="{41BBE753-BFB7-43AE-8C3C-315A33BF6BA7}" dt="2026-01-22T06:48:27.367" v="961" actId="478"/>
          <ac:cxnSpMkLst>
            <pc:docMk/>
            <pc:sldMk cId="3640092823" sldId="265"/>
            <ac:cxnSpMk id="18" creationId="{5914E087-DE64-9A2E-9B8B-6D63C43F767C}"/>
          </ac:cxnSpMkLst>
        </pc:cxnChg>
        <pc:cxnChg chg="add mod">
          <ac:chgData name="Oankar Ghorpade" userId="935d303e3e19a88c" providerId="LiveId" clId="{41BBE753-BFB7-43AE-8C3C-315A33BF6BA7}" dt="2026-01-22T06:54:37.212" v="1139" actId="14100"/>
          <ac:cxnSpMkLst>
            <pc:docMk/>
            <pc:sldMk cId="3640092823" sldId="265"/>
            <ac:cxnSpMk id="20" creationId="{5EDB9974-C799-D445-0662-ED55F0974368}"/>
          </ac:cxnSpMkLst>
        </pc:cxnChg>
        <pc:cxnChg chg="add del">
          <ac:chgData name="Oankar Ghorpade" userId="935d303e3e19a88c" providerId="LiveId" clId="{41BBE753-BFB7-43AE-8C3C-315A33BF6BA7}" dt="2026-01-22T06:48:37.709" v="963" actId="478"/>
          <ac:cxnSpMkLst>
            <pc:docMk/>
            <pc:sldMk cId="3640092823" sldId="265"/>
            <ac:cxnSpMk id="22" creationId="{1497602C-5B12-E258-D442-E3C92C999586}"/>
          </ac:cxnSpMkLst>
        </pc:cxnChg>
        <pc:cxnChg chg="add">
          <ac:chgData name="Oankar Ghorpade" userId="935d303e3e19a88c" providerId="LiveId" clId="{41BBE753-BFB7-43AE-8C3C-315A33BF6BA7}" dt="2026-01-22T06:48:47.782" v="964" actId="11529"/>
          <ac:cxnSpMkLst>
            <pc:docMk/>
            <pc:sldMk cId="3640092823" sldId="265"/>
            <ac:cxnSpMk id="24" creationId="{AE8918A1-114A-B357-1BC4-B131C277D97B}"/>
          </ac:cxnSpMkLst>
        </pc:cxnChg>
        <pc:cxnChg chg="add mod">
          <ac:chgData name="Oankar Ghorpade" userId="935d303e3e19a88c" providerId="LiveId" clId="{41BBE753-BFB7-43AE-8C3C-315A33BF6BA7}" dt="2026-01-22T06:55:12.108" v="1146" actId="14100"/>
          <ac:cxnSpMkLst>
            <pc:docMk/>
            <pc:sldMk cId="3640092823" sldId="265"/>
            <ac:cxnSpMk id="26" creationId="{A537C9FB-D8CE-F47A-6A31-EDC534C1A1E9}"/>
          </ac:cxnSpMkLst>
        </pc:cxnChg>
        <pc:cxnChg chg="add mod">
          <ac:chgData name="Oankar Ghorpade" userId="935d303e3e19a88c" providerId="LiveId" clId="{41BBE753-BFB7-43AE-8C3C-315A33BF6BA7}" dt="2026-01-22T06:55:16.044" v="1147" actId="1076"/>
          <ac:cxnSpMkLst>
            <pc:docMk/>
            <pc:sldMk cId="3640092823" sldId="265"/>
            <ac:cxnSpMk id="28" creationId="{EEDD0A94-BA45-B3B0-A96A-82D81674D712}"/>
          </ac:cxnSpMkLst>
        </pc:cxnChg>
        <pc:cxnChg chg="add mod">
          <ac:chgData name="Oankar Ghorpade" userId="935d303e3e19a88c" providerId="LiveId" clId="{41BBE753-BFB7-43AE-8C3C-315A33BF6BA7}" dt="2026-01-22T06:55:27.387" v="1149" actId="1076"/>
          <ac:cxnSpMkLst>
            <pc:docMk/>
            <pc:sldMk cId="3640092823" sldId="265"/>
            <ac:cxnSpMk id="31" creationId="{77137B4B-72CE-D90E-EA54-12EE753898A8}"/>
          </ac:cxnSpMkLst>
        </pc:cxnChg>
        <pc:cxnChg chg="add mod">
          <ac:chgData name="Oankar Ghorpade" userId="935d303e3e19a88c" providerId="LiveId" clId="{41BBE753-BFB7-43AE-8C3C-315A33BF6BA7}" dt="2026-01-22T06:55:35.676" v="1151" actId="1076"/>
          <ac:cxnSpMkLst>
            <pc:docMk/>
            <pc:sldMk cId="3640092823" sldId="265"/>
            <ac:cxnSpMk id="32" creationId="{58A6DFCB-A7DB-1165-D7F0-452E5767BF39}"/>
          </ac:cxnSpMkLst>
        </pc:cxnChg>
        <pc:cxnChg chg="add del mod">
          <ac:chgData name="Oankar Ghorpade" userId="935d303e3e19a88c" providerId="LiveId" clId="{41BBE753-BFB7-43AE-8C3C-315A33BF6BA7}" dt="2026-01-22T06:54:14.674" v="1135" actId="478"/>
          <ac:cxnSpMkLst>
            <pc:docMk/>
            <pc:sldMk cId="3640092823" sldId="265"/>
            <ac:cxnSpMk id="33" creationId="{DDDF205B-4496-2E96-CCBA-7770806B7B35}"/>
          </ac:cxnSpMkLst>
        </pc:cxnChg>
        <pc:cxnChg chg="add mod">
          <ac:chgData name="Oankar Ghorpade" userId="935d303e3e19a88c" providerId="LiveId" clId="{41BBE753-BFB7-43AE-8C3C-315A33BF6BA7}" dt="2026-01-22T06:56:05.491" v="1154" actId="1076"/>
          <ac:cxnSpMkLst>
            <pc:docMk/>
            <pc:sldMk cId="3640092823" sldId="265"/>
            <ac:cxnSpMk id="40" creationId="{F3B8B0E0-8924-DCF3-C09B-84AC74A60016}"/>
          </ac:cxnSpMkLst>
        </pc:cxnChg>
        <pc:cxnChg chg="add mod">
          <ac:chgData name="Oankar Ghorpade" userId="935d303e3e19a88c" providerId="LiveId" clId="{41BBE753-BFB7-43AE-8C3C-315A33BF6BA7}" dt="2026-01-22T06:57:06.502" v="1190" actId="1076"/>
          <ac:cxnSpMkLst>
            <pc:docMk/>
            <pc:sldMk cId="3640092823" sldId="265"/>
            <ac:cxnSpMk id="42" creationId="{99273B59-EB44-6861-AB3E-D0FB94C7F314}"/>
          </ac:cxnSpMkLst>
        </pc:cxnChg>
        <pc:cxnChg chg="add mod">
          <ac:chgData name="Oankar Ghorpade" userId="935d303e3e19a88c" providerId="LiveId" clId="{41BBE753-BFB7-43AE-8C3C-315A33BF6BA7}" dt="2026-01-22T06:57:39.533" v="1209" actId="1076"/>
          <ac:cxnSpMkLst>
            <pc:docMk/>
            <pc:sldMk cId="3640092823" sldId="265"/>
            <ac:cxnSpMk id="44" creationId="{2A51934D-4324-4571-98C0-7664AB8F4932}"/>
          </ac:cxnSpMkLst>
        </pc:cxnChg>
        <pc:cxnChg chg="add mod">
          <ac:chgData name="Oankar Ghorpade" userId="935d303e3e19a88c" providerId="LiveId" clId="{41BBE753-BFB7-43AE-8C3C-315A33BF6BA7}" dt="2026-01-22T06:58:17.852" v="1244" actId="1076"/>
          <ac:cxnSpMkLst>
            <pc:docMk/>
            <pc:sldMk cId="3640092823" sldId="265"/>
            <ac:cxnSpMk id="46" creationId="{03087B41-F0E3-B5B5-8334-B6730E5C4D57}"/>
          </ac:cxnSpMkLst>
        </pc:cxnChg>
      </pc:sldChg>
      <pc:sldChg chg="addSp modSp new mod modClrScheme chgLayout">
        <pc:chgData name="Oankar Ghorpade" userId="935d303e3e19a88c" providerId="LiveId" clId="{41BBE753-BFB7-43AE-8C3C-315A33BF6BA7}" dt="2026-01-22T07:53:25.769" v="3578" actId="2711"/>
        <pc:sldMkLst>
          <pc:docMk/>
          <pc:sldMk cId="1946031232" sldId="266"/>
        </pc:sldMkLst>
        <pc:spChg chg="mod">
          <ac:chgData name="Oankar Ghorpade" userId="935d303e3e19a88c" providerId="LiveId" clId="{41BBE753-BFB7-43AE-8C3C-315A33BF6BA7}" dt="2026-01-22T07:53:19.637" v="3577" actId="2711"/>
          <ac:spMkLst>
            <pc:docMk/>
            <pc:sldMk cId="1946031232" sldId="266"/>
            <ac:spMk id="2" creationId="{22BAC14B-0C19-1909-1BBC-BDF29C84E095}"/>
          </ac:spMkLst>
        </pc:spChg>
        <pc:spChg chg="mod">
          <ac:chgData name="Oankar Ghorpade" userId="935d303e3e19a88c" providerId="LiveId" clId="{41BBE753-BFB7-43AE-8C3C-315A33BF6BA7}" dt="2026-01-22T07:53:25.769" v="3578" actId="2711"/>
          <ac:spMkLst>
            <pc:docMk/>
            <pc:sldMk cId="1946031232" sldId="266"/>
            <ac:spMk id="3" creationId="{EC64BA3F-03EE-ACFD-4A95-211E7930BB3A}"/>
          </ac:spMkLst>
        </pc:spChg>
        <pc:picChg chg="add mod">
          <ac:chgData name="Oankar Ghorpade" userId="935d303e3e19a88c" providerId="LiveId" clId="{41BBE753-BFB7-43AE-8C3C-315A33BF6BA7}" dt="2026-01-22T07:02:48.115" v="1450" actId="1076"/>
          <ac:picMkLst>
            <pc:docMk/>
            <pc:sldMk cId="1946031232" sldId="266"/>
            <ac:picMk id="5" creationId="{58F00724-20E7-6245-13F5-ED388C25517E}"/>
          </ac:picMkLst>
        </pc:picChg>
      </pc:sldChg>
      <pc:sldChg chg="addSp delSp modSp new mod modClrScheme chgLayout">
        <pc:chgData name="Oankar Ghorpade" userId="935d303e3e19a88c" providerId="LiveId" clId="{41BBE753-BFB7-43AE-8C3C-315A33BF6BA7}" dt="2026-01-22T07:53:41.552" v="3580" actId="2711"/>
        <pc:sldMkLst>
          <pc:docMk/>
          <pc:sldMk cId="2984318318" sldId="267"/>
        </pc:sldMkLst>
        <pc:spChg chg="del">
          <ac:chgData name="Oankar Ghorpade" userId="935d303e3e19a88c" providerId="LiveId" clId="{41BBE753-BFB7-43AE-8C3C-315A33BF6BA7}" dt="2026-01-22T07:03:57.069" v="1460" actId="478"/>
          <ac:spMkLst>
            <pc:docMk/>
            <pc:sldMk cId="2984318318" sldId="267"/>
            <ac:spMk id="2" creationId="{81E7FAC9-923E-6994-794F-40F46E573BA2}"/>
          </ac:spMkLst>
        </pc:spChg>
        <pc:spChg chg="mod ord">
          <ac:chgData name="Oankar Ghorpade" userId="935d303e3e19a88c" providerId="LiveId" clId="{41BBE753-BFB7-43AE-8C3C-315A33BF6BA7}" dt="2026-01-22T07:53:41.552" v="3580" actId="2711"/>
          <ac:spMkLst>
            <pc:docMk/>
            <pc:sldMk cId="2984318318" sldId="267"/>
            <ac:spMk id="3" creationId="{886AB240-7DDF-B4E0-C891-EEB9D461099A}"/>
          </ac:spMkLst>
        </pc:spChg>
        <pc:spChg chg="add mod">
          <ac:chgData name="Oankar Ghorpade" userId="935d303e3e19a88c" providerId="LiveId" clId="{41BBE753-BFB7-43AE-8C3C-315A33BF6BA7}" dt="2026-01-22T07:53:36.817" v="3579" actId="2711"/>
          <ac:spMkLst>
            <pc:docMk/>
            <pc:sldMk cId="2984318318" sldId="267"/>
            <ac:spMk id="4" creationId="{7503C83D-F6B5-5AD6-20F9-AA02E2C59A04}"/>
          </ac:spMkLst>
        </pc:spChg>
        <pc:picChg chg="add mod">
          <ac:chgData name="Oankar Ghorpade" userId="935d303e3e19a88c" providerId="LiveId" clId="{41BBE753-BFB7-43AE-8C3C-315A33BF6BA7}" dt="2026-01-22T07:05:13.394" v="1509" actId="26606"/>
          <ac:picMkLst>
            <pc:docMk/>
            <pc:sldMk cId="2984318318" sldId="267"/>
            <ac:picMk id="6" creationId="{27028A1E-5DF9-F5DC-A25B-45B24327EA95}"/>
          </ac:picMkLst>
        </pc:picChg>
      </pc:sldChg>
      <pc:sldChg chg="addSp delSp modSp new mod modClrScheme chgLayout">
        <pc:chgData name="Oankar Ghorpade" userId="935d303e3e19a88c" providerId="LiveId" clId="{41BBE753-BFB7-43AE-8C3C-315A33BF6BA7}" dt="2026-01-22T07:54:05.016" v="3585" actId="2711"/>
        <pc:sldMkLst>
          <pc:docMk/>
          <pc:sldMk cId="274591437" sldId="268"/>
        </pc:sldMkLst>
        <pc:spChg chg="del mod">
          <ac:chgData name="Oankar Ghorpade" userId="935d303e3e19a88c" providerId="LiveId" clId="{41BBE753-BFB7-43AE-8C3C-315A33BF6BA7}" dt="2026-01-22T07:18:05.382" v="1538" actId="478"/>
          <ac:spMkLst>
            <pc:docMk/>
            <pc:sldMk cId="274591437" sldId="268"/>
            <ac:spMk id="2" creationId="{D0040F9C-B500-E33B-FCAD-4A4E2E16532B}"/>
          </ac:spMkLst>
        </pc:spChg>
        <pc:spChg chg="mod ord">
          <ac:chgData name="Oankar Ghorpade" userId="935d303e3e19a88c" providerId="LiveId" clId="{41BBE753-BFB7-43AE-8C3C-315A33BF6BA7}" dt="2026-01-22T07:54:05.016" v="3585" actId="2711"/>
          <ac:spMkLst>
            <pc:docMk/>
            <pc:sldMk cId="274591437" sldId="268"/>
            <ac:spMk id="3" creationId="{ED1AE188-E7F0-AB17-E300-FB77A0CA644A}"/>
          </ac:spMkLst>
        </pc:spChg>
        <pc:spChg chg="add mod">
          <ac:chgData name="Oankar Ghorpade" userId="935d303e3e19a88c" providerId="LiveId" clId="{41BBE753-BFB7-43AE-8C3C-315A33BF6BA7}" dt="2026-01-22T07:53:59.831" v="3584" actId="14100"/>
          <ac:spMkLst>
            <pc:docMk/>
            <pc:sldMk cId="274591437" sldId="268"/>
            <ac:spMk id="4" creationId="{C611EAC0-C00A-84AE-B346-469BAEAF41C2}"/>
          </ac:spMkLst>
        </pc:spChg>
        <pc:spChg chg="add del mod">
          <ac:chgData name="Oankar Ghorpade" userId="935d303e3e19a88c" providerId="LiveId" clId="{41BBE753-BFB7-43AE-8C3C-315A33BF6BA7}" dt="2026-01-22T07:18:07.807" v="1539" actId="478"/>
          <ac:spMkLst>
            <pc:docMk/>
            <pc:sldMk cId="274591437" sldId="268"/>
            <ac:spMk id="6" creationId="{6B076806-04C5-4341-B157-96DFD0DB0D3A}"/>
          </ac:spMkLst>
        </pc:spChg>
        <pc:picChg chg="add mod">
          <ac:chgData name="Oankar Ghorpade" userId="935d303e3e19a88c" providerId="LiveId" clId="{41BBE753-BFB7-43AE-8C3C-315A33BF6BA7}" dt="2026-01-22T07:20:10.882" v="1588" actId="14100"/>
          <ac:picMkLst>
            <pc:docMk/>
            <pc:sldMk cId="274591437" sldId="268"/>
            <ac:picMk id="8" creationId="{94CA7371-7B53-54C3-3FE2-B49EC3724D51}"/>
          </ac:picMkLst>
        </pc:picChg>
      </pc:sldChg>
      <pc:sldChg chg="addSp modSp new mod modClrScheme chgLayout">
        <pc:chgData name="Oankar Ghorpade" userId="935d303e3e19a88c" providerId="LiveId" clId="{41BBE753-BFB7-43AE-8C3C-315A33BF6BA7}" dt="2026-01-22T07:54:29.145" v="3588" actId="2711"/>
        <pc:sldMkLst>
          <pc:docMk/>
          <pc:sldMk cId="1343356612" sldId="269"/>
        </pc:sldMkLst>
        <pc:spChg chg="mod">
          <ac:chgData name="Oankar Ghorpade" userId="935d303e3e19a88c" providerId="LiveId" clId="{41BBE753-BFB7-43AE-8C3C-315A33BF6BA7}" dt="2026-01-22T07:54:23.032" v="3587" actId="14100"/>
          <ac:spMkLst>
            <pc:docMk/>
            <pc:sldMk cId="1343356612" sldId="269"/>
            <ac:spMk id="2" creationId="{2801E734-3D4A-4DB1-55ED-9FA1523C0FC6}"/>
          </ac:spMkLst>
        </pc:spChg>
        <pc:spChg chg="mod">
          <ac:chgData name="Oankar Ghorpade" userId="935d303e3e19a88c" providerId="LiveId" clId="{41BBE753-BFB7-43AE-8C3C-315A33BF6BA7}" dt="2026-01-22T07:54:29.145" v="3588" actId="2711"/>
          <ac:spMkLst>
            <pc:docMk/>
            <pc:sldMk cId="1343356612" sldId="269"/>
            <ac:spMk id="3" creationId="{82149BAF-F19D-0181-2618-23A98B77C496}"/>
          </ac:spMkLst>
        </pc:spChg>
        <pc:picChg chg="add mod">
          <ac:chgData name="Oankar Ghorpade" userId="935d303e3e19a88c" providerId="LiveId" clId="{41BBE753-BFB7-43AE-8C3C-315A33BF6BA7}" dt="2026-01-22T07:22:44.603" v="1781" actId="26606"/>
          <ac:picMkLst>
            <pc:docMk/>
            <pc:sldMk cId="1343356612" sldId="269"/>
            <ac:picMk id="5" creationId="{9AC59D25-8F9D-FF51-BB03-F3A6415C8817}"/>
          </ac:picMkLst>
        </pc:picChg>
      </pc:sldChg>
      <pc:sldChg chg="addSp delSp modSp new mod">
        <pc:chgData name="Oankar Ghorpade" userId="935d303e3e19a88c" providerId="LiveId" clId="{41BBE753-BFB7-43AE-8C3C-315A33BF6BA7}" dt="2026-01-22T07:54:51.617" v="3591" actId="2711"/>
        <pc:sldMkLst>
          <pc:docMk/>
          <pc:sldMk cId="1094960813" sldId="270"/>
        </pc:sldMkLst>
        <pc:spChg chg="del">
          <ac:chgData name="Oankar Ghorpade" userId="935d303e3e19a88c" providerId="LiveId" clId="{41BBE753-BFB7-43AE-8C3C-315A33BF6BA7}" dt="2026-01-22T07:23:06.832" v="1786" actId="478"/>
          <ac:spMkLst>
            <pc:docMk/>
            <pc:sldMk cId="1094960813" sldId="270"/>
            <ac:spMk id="2" creationId="{4E8FC43E-55CB-2CE0-F403-1735DA02A054}"/>
          </ac:spMkLst>
        </pc:spChg>
        <pc:spChg chg="mod">
          <ac:chgData name="Oankar Ghorpade" userId="935d303e3e19a88c" providerId="LiveId" clId="{41BBE753-BFB7-43AE-8C3C-315A33BF6BA7}" dt="2026-01-22T07:54:51.617" v="3591" actId="2711"/>
          <ac:spMkLst>
            <pc:docMk/>
            <pc:sldMk cId="1094960813" sldId="270"/>
            <ac:spMk id="3" creationId="{F1284F3D-AD04-21F1-A060-79B498125C18}"/>
          </ac:spMkLst>
        </pc:spChg>
        <pc:spChg chg="add mod">
          <ac:chgData name="Oankar Ghorpade" userId="935d303e3e19a88c" providerId="LiveId" clId="{41BBE753-BFB7-43AE-8C3C-315A33BF6BA7}" dt="2026-01-22T07:54:47.454" v="3590" actId="14100"/>
          <ac:spMkLst>
            <pc:docMk/>
            <pc:sldMk cId="1094960813" sldId="270"/>
            <ac:spMk id="4" creationId="{B97D05F1-4E49-8F21-258A-553AE436C81E}"/>
          </ac:spMkLst>
        </pc:spChg>
        <pc:picChg chg="add mod">
          <ac:chgData name="Oankar Ghorpade" userId="935d303e3e19a88c" providerId="LiveId" clId="{41BBE753-BFB7-43AE-8C3C-315A33BF6BA7}" dt="2026-01-22T07:25:16.394" v="1844" actId="14100"/>
          <ac:picMkLst>
            <pc:docMk/>
            <pc:sldMk cId="1094960813" sldId="270"/>
            <ac:picMk id="6" creationId="{B1B618E3-DA95-93DB-F90F-553522D2E441}"/>
          </ac:picMkLst>
        </pc:picChg>
      </pc:sldChg>
      <pc:sldChg chg="addSp delSp modSp new mod modClrScheme chgLayout">
        <pc:chgData name="Oankar Ghorpade" userId="935d303e3e19a88c" providerId="LiveId" clId="{41BBE753-BFB7-43AE-8C3C-315A33BF6BA7}" dt="2026-01-22T07:55:11.424" v="3595" actId="2711"/>
        <pc:sldMkLst>
          <pc:docMk/>
          <pc:sldMk cId="3433201630" sldId="271"/>
        </pc:sldMkLst>
        <pc:spChg chg="del mod">
          <ac:chgData name="Oankar Ghorpade" userId="935d303e3e19a88c" providerId="LiveId" clId="{41BBE753-BFB7-43AE-8C3C-315A33BF6BA7}" dt="2026-01-22T07:25:45.166" v="1848" actId="478"/>
          <ac:spMkLst>
            <pc:docMk/>
            <pc:sldMk cId="3433201630" sldId="271"/>
            <ac:spMk id="2" creationId="{B5CD2EA1-2422-94F1-E404-8351EDDD97B7}"/>
          </ac:spMkLst>
        </pc:spChg>
        <pc:spChg chg="mod ord">
          <ac:chgData name="Oankar Ghorpade" userId="935d303e3e19a88c" providerId="LiveId" clId="{41BBE753-BFB7-43AE-8C3C-315A33BF6BA7}" dt="2026-01-22T07:55:11.424" v="3595" actId="2711"/>
          <ac:spMkLst>
            <pc:docMk/>
            <pc:sldMk cId="3433201630" sldId="271"/>
            <ac:spMk id="3" creationId="{C896CBFA-C8A7-8B66-B715-327B9058BA93}"/>
          </ac:spMkLst>
        </pc:spChg>
        <pc:spChg chg="add mod">
          <ac:chgData name="Oankar Ghorpade" userId="935d303e3e19a88c" providerId="LiveId" clId="{41BBE753-BFB7-43AE-8C3C-315A33BF6BA7}" dt="2026-01-22T07:55:03.239" v="3594" actId="14100"/>
          <ac:spMkLst>
            <pc:docMk/>
            <pc:sldMk cId="3433201630" sldId="271"/>
            <ac:spMk id="4" creationId="{E45CD9BC-3789-3988-2432-282B83542E46}"/>
          </ac:spMkLst>
        </pc:spChg>
        <pc:picChg chg="add mod">
          <ac:chgData name="Oankar Ghorpade" userId="935d303e3e19a88c" providerId="LiveId" clId="{41BBE753-BFB7-43AE-8C3C-315A33BF6BA7}" dt="2026-01-22T07:27:42.273" v="1922" actId="14100"/>
          <ac:picMkLst>
            <pc:docMk/>
            <pc:sldMk cId="3433201630" sldId="271"/>
            <ac:picMk id="6" creationId="{3C3A3568-9033-6610-FB5F-331BBCF13972}"/>
          </ac:picMkLst>
        </pc:picChg>
      </pc:sldChg>
      <pc:sldChg chg="addSp delSp modSp new mod">
        <pc:chgData name="Oankar Ghorpade" userId="935d303e3e19a88c" providerId="LiveId" clId="{41BBE753-BFB7-43AE-8C3C-315A33BF6BA7}" dt="2026-01-22T07:55:29.474" v="3599" actId="2711"/>
        <pc:sldMkLst>
          <pc:docMk/>
          <pc:sldMk cId="867517870" sldId="272"/>
        </pc:sldMkLst>
        <pc:spChg chg="del">
          <ac:chgData name="Oankar Ghorpade" userId="935d303e3e19a88c" providerId="LiveId" clId="{41BBE753-BFB7-43AE-8C3C-315A33BF6BA7}" dt="2026-01-22T07:30:02.434" v="1927" actId="478"/>
          <ac:spMkLst>
            <pc:docMk/>
            <pc:sldMk cId="867517870" sldId="272"/>
            <ac:spMk id="2" creationId="{1206489B-4AF3-AAA4-FF6F-0377A02009F9}"/>
          </ac:spMkLst>
        </pc:spChg>
        <pc:spChg chg="mod">
          <ac:chgData name="Oankar Ghorpade" userId="935d303e3e19a88c" providerId="LiveId" clId="{41BBE753-BFB7-43AE-8C3C-315A33BF6BA7}" dt="2026-01-22T07:55:29.474" v="3599" actId="2711"/>
          <ac:spMkLst>
            <pc:docMk/>
            <pc:sldMk cId="867517870" sldId="272"/>
            <ac:spMk id="3" creationId="{5DA822FD-261D-087F-3E2D-00BA1D02BAF1}"/>
          </ac:spMkLst>
        </pc:spChg>
        <pc:spChg chg="add mod">
          <ac:chgData name="Oankar Ghorpade" userId="935d303e3e19a88c" providerId="LiveId" clId="{41BBE753-BFB7-43AE-8C3C-315A33BF6BA7}" dt="2026-01-22T07:55:22.639" v="3598" actId="14100"/>
          <ac:spMkLst>
            <pc:docMk/>
            <pc:sldMk cId="867517870" sldId="272"/>
            <ac:spMk id="4" creationId="{18821CD7-AF5C-7AAB-4A3F-7EC0B55F90FD}"/>
          </ac:spMkLst>
        </pc:spChg>
        <pc:picChg chg="add mod">
          <ac:chgData name="Oankar Ghorpade" userId="935d303e3e19a88c" providerId="LiveId" clId="{41BBE753-BFB7-43AE-8C3C-315A33BF6BA7}" dt="2026-01-22T07:31:11.969" v="1992" actId="14100"/>
          <ac:picMkLst>
            <pc:docMk/>
            <pc:sldMk cId="867517870" sldId="272"/>
            <ac:picMk id="6" creationId="{04D02B7E-B60A-3052-4E42-F2FFAF5D3067}"/>
          </ac:picMkLst>
        </pc:picChg>
      </pc:sldChg>
      <pc:sldChg chg="modSp new mod">
        <pc:chgData name="Oankar Ghorpade" userId="935d303e3e19a88c" providerId="LiveId" clId="{41BBE753-BFB7-43AE-8C3C-315A33BF6BA7}" dt="2026-01-22T07:55:52.826" v="3602" actId="2711"/>
        <pc:sldMkLst>
          <pc:docMk/>
          <pc:sldMk cId="1018476831" sldId="273"/>
        </pc:sldMkLst>
        <pc:spChg chg="mod">
          <ac:chgData name="Oankar Ghorpade" userId="935d303e3e19a88c" providerId="LiveId" clId="{41BBE753-BFB7-43AE-8C3C-315A33BF6BA7}" dt="2026-01-22T07:55:45.540" v="3601" actId="2711"/>
          <ac:spMkLst>
            <pc:docMk/>
            <pc:sldMk cId="1018476831" sldId="273"/>
            <ac:spMk id="2" creationId="{51804344-F2DB-953E-A776-BF6FE60C393C}"/>
          </ac:spMkLst>
        </pc:spChg>
        <pc:spChg chg="mod">
          <ac:chgData name="Oankar Ghorpade" userId="935d303e3e19a88c" providerId="LiveId" clId="{41BBE753-BFB7-43AE-8C3C-315A33BF6BA7}" dt="2026-01-22T07:55:52.826" v="3602" actId="2711"/>
          <ac:spMkLst>
            <pc:docMk/>
            <pc:sldMk cId="1018476831" sldId="273"/>
            <ac:spMk id="3" creationId="{60F27A16-326E-F371-1C9F-13081A8638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66750" y="588644"/>
            <a:ext cx="821690" cy="541019"/>
          </a:xfrm>
          <a:prstGeom prst="rect">
            <a:avLst/>
          </a:prstGeom>
        </p:spPr>
        <p:txBody>
          <a:bodyPr wrap="square" lIns="0" tIns="0" rIns="0" bIns="0">
            <a:spAutoFit/>
          </a:bodyPr>
          <a:lstStyle>
            <a:lvl1pPr>
              <a:defRPr sz="3350" b="1" i="0">
                <a:solidFill>
                  <a:srgbClr val="161A3D"/>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9504717" y="6123420"/>
            <a:ext cx="1998567" cy="535709"/>
          </a:xfrm>
          <a:prstGeom prst="rect">
            <a:avLst/>
          </a:prstGeom>
        </p:spPr>
      </p:pic>
      <p:sp>
        <p:nvSpPr>
          <p:cNvPr id="2" name="Holder 2"/>
          <p:cNvSpPr>
            <a:spLocks noGrp="1"/>
          </p:cNvSpPr>
          <p:nvPr>
            <p:ph type="title"/>
          </p:nvPr>
        </p:nvSpPr>
        <p:spPr>
          <a:xfrm>
            <a:off x="666750" y="588644"/>
            <a:ext cx="1380489" cy="541019"/>
          </a:xfrm>
          <a:prstGeom prst="rect">
            <a:avLst/>
          </a:prstGeom>
        </p:spPr>
        <p:txBody>
          <a:bodyPr wrap="square" lIns="0" tIns="0" rIns="0" bIns="0">
            <a:spAutoFit/>
          </a:bodyPr>
          <a:lstStyle>
            <a:lvl1pPr>
              <a:defRPr sz="3350" b="1" i="0">
                <a:solidFill>
                  <a:srgbClr val="161A3D"/>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66750" y="6215246"/>
            <a:ext cx="7212965" cy="362584"/>
          </a:xfrm>
          <a:prstGeom prst="rect">
            <a:avLst/>
          </a:prstGeom>
        </p:spPr>
        <p:txBody>
          <a:bodyPr wrap="square" lIns="0" tIns="0" rIns="0" bIns="0">
            <a:spAutoFit/>
          </a:bodyPr>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450" y="6227946"/>
            <a:ext cx="7187565" cy="337185"/>
          </a:xfrm>
          <a:prstGeom prst="rect">
            <a:avLst/>
          </a:prstGeom>
        </p:spPr>
        <p:txBody>
          <a:bodyPr vert="horz" wrap="square" lIns="0" tIns="6350" rIns="0" bIns="0" rtlCol="0">
            <a:spAutoFit/>
          </a:bodyPr>
          <a:lstStyle/>
          <a:p>
            <a:pPr>
              <a:lnSpc>
                <a:spcPts val="1280"/>
              </a:lnSpc>
              <a:spcBef>
                <a:spcPts val="50"/>
              </a:spcBef>
            </a:pPr>
            <a:r>
              <a:rPr sz="1100" b="1" spc="-10" dirty="0">
                <a:solidFill>
                  <a:srgbClr val="AEABAB"/>
                </a:solidFill>
                <a:latin typeface="Calibri"/>
                <a:cs typeface="Calibri"/>
              </a:rPr>
              <a:t>CONFIDENTIAL</a:t>
            </a:r>
            <a:r>
              <a:rPr sz="1100" spc="-10" dirty="0">
                <a:solidFill>
                  <a:srgbClr val="AEABAB"/>
                </a:solidFill>
                <a:latin typeface="Calibri"/>
                <a:cs typeface="Calibri"/>
              </a:rPr>
              <a:t>: </a:t>
            </a:r>
            <a:r>
              <a:rPr sz="1100" dirty="0">
                <a:solidFill>
                  <a:srgbClr val="AEABAB"/>
                </a:solidFill>
                <a:latin typeface="Calibri"/>
                <a:cs typeface="Calibri"/>
              </a:rPr>
              <a:t>The</a:t>
            </a:r>
            <a:r>
              <a:rPr sz="1100" spc="30" dirty="0">
                <a:solidFill>
                  <a:srgbClr val="AEABAB"/>
                </a:solidFill>
                <a:latin typeface="Calibri"/>
                <a:cs typeface="Calibri"/>
              </a:rPr>
              <a:t> </a:t>
            </a:r>
            <a:r>
              <a:rPr sz="1100" dirty="0">
                <a:solidFill>
                  <a:srgbClr val="AEABAB"/>
                </a:solidFill>
                <a:latin typeface="Calibri"/>
                <a:cs typeface="Calibri"/>
              </a:rPr>
              <a:t>information</a:t>
            </a:r>
            <a:r>
              <a:rPr sz="1100" spc="-5" dirty="0">
                <a:solidFill>
                  <a:srgbClr val="AEABAB"/>
                </a:solidFill>
                <a:latin typeface="Calibri"/>
                <a:cs typeface="Calibri"/>
              </a:rPr>
              <a:t> </a:t>
            </a:r>
            <a:r>
              <a:rPr sz="1100" dirty="0">
                <a:solidFill>
                  <a:srgbClr val="AEABAB"/>
                </a:solidFill>
                <a:latin typeface="Calibri"/>
                <a:cs typeface="Calibri"/>
              </a:rPr>
              <a:t>in this</a:t>
            </a:r>
            <a:r>
              <a:rPr sz="1100" spc="-5" dirty="0">
                <a:solidFill>
                  <a:srgbClr val="AEABAB"/>
                </a:solidFill>
                <a:latin typeface="Calibri"/>
                <a:cs typeface="Calibri"/>
              </a:rPr>
              <a:t> </a:t>
            </a:r>
            <a:r>
              <a:rPr sz="1100" dirty="0">
                <a:solidFill>
                  <a:srgbClr val="AEABAB"/>
                </a:solidFill>
                <a:latin typeface="Calibri"/>
                <a:cs typeface="Calibri"/>
              </a:rPr>
              <a:t>document</a:t>
            </a:r>
            <a:r>
              <a:rPr sz="1100" spc="-10" dirty="0">
                <a:solidFill>
                  <a:srgbClr val="AEABAB"/>
                </a:solidFill>
                <a:latin typeface="Calibri"/>
                <a:cs typeface="Calibri"/>
              </a:rPr>
              <a:t> belongs</a:t>
            </a:r>
            <a:r>
              <a:rPr sz="1100" spc="-5" dirty="0">
                <a:solidFill>
                  <a:srgbClr val="AEABAB"/>
                </a:solidFill>
                <a:latin typeface="Calibri"/>
                <a:cs typeface="Calibri"/>
              </a:rPr>
              <a:t> </a:t>
            </a:r>
            <a:r>
              <a:rPr sz="1100" dirty="0">
                <a:solidFill>
                  <a:srgbClr val="AEABAB"/>
                </a:solidFill>
                <a:latin typeface="Calibri"/>
                <a:cs typeface="Calibri"/>
              </a:rPr>
              <a:t>to</a:t>
            </a:r>
            <a:r>
              <a:rPr sz="1100" spc="-10" dirty="0">
                <a:solidFill>
                  <a:srgbClr val="AEABAB"/>
                </a:solidFill>
                <a:latin typeface="Calibri"/>
                <a:cs typeface="Calibri"/>
              </a:rPr>
              <a:t> </a:t>
            </a:r>
            <a:r>
              <a:rPr sz="1100" dirty="0">
                <a:solidFill>
                  <a:srgbClr val="AEABAB"/>
                </a:solidFill>
                <a:latin typeface="Calibri"/>
                <a:cs typeface="Calibri"/>
              </a:rPr>
              <a:t>Boston Institute</a:t>
            </a:r>
            <a:r>
              <a:rPr sz="1100" spc="-50"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10" dirty="0">
                <a:solidFill>
                  <a:srgbClr val="AEABAB"/>
                </a:solidFill>
                <a:latin typeface="Calibri"/>
                <a:cs typeface="Calibri"/>
              </a:rPr>
              <a:t>Analytics</a:t>
            </a:r>
            <a:r>
              <a:rPr sz="1100" spc="-5" dirty="0">
                <a:solidFill>
                  <a:srgbClr val="AEABAB"/>
                </a:solidFill>
                <a:latin typeface="Calibri"/>
                <a:cs typeface="Calibri"/>
              </a:rPr>
              <a:t> </a:t>
            </a:r>
            <a:r>
              <a:rPr sz="1100" dirty="0">
                <a:solidFill>
                  <a:srgbClr val="AEABAB"/>
                </a:solidFill>
                <a:latin typeface="Calibri"/>
                <a:cs typeface="Calibri"/>
              </a:rPr>
              <a:t>LLC.</a:t>
            </a:r>
            <a:r>
              <a:rPr sz="1100" spc="10" dirty="0">
                <a:solidFill>
                  <a:srgbClr val="AEABAB"/>
                </a:solidFill>
                <a:latin typeface="Calibri"/>
                <a:cs typeface="Calibri"/>
              </a:rPr>
              <a:t> </a:t>
            </a:r>
            <a:r>
              <a:rPr sz="1100" dirty="0">
                <a:solidFill>
                  <a:srgbClr val="AEABAB"/>
                </a:solidFill>
                <a:latin typeface="Calibri"/>
                <a:cs typeface="Calibri"/>
              </a:rPr>
              <a:t>Any </a:t>
            </a:r>
            <a:r>
              <a:rPr sz="1100" spc="-10" dirty="0">
                <a:solidFill>
                  <a:srgbClr val="AEABAB"/>
                </a:solidFill>
                <a:latin typeface="Calibri"/>
                <a:cs typeface="Calibri"/>
              </a:rPr>
              <a:t>unauthorized</a:t>
            </a:r>
            <a:r>
              <a:rPr sz="1100" dirty="0">
                <a:solidFill>
                  <a:srgbClr val="AEABAB"/>
                </a:solidFill>
                <a:latin typeface="Calibri"/>
                <a:cs typeface="Calibri"/>
              </a:rPr>
              <a:t> sharing</a:t>
            </a:r>
            <a:r>
              <a:rPr sz="1100" spc="-15"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20" dirty="0">
                <a:solidFill>
                  <a:srgbClr val="AEABAB"/>
                </a:solidFill>
                <a:latin typeface="Calibri"/>
                <a:cs typeface="Calibri"/>
              </a:rPr>
              <a:t>this </a:t>
            </a:r>
            <a:r>
              <a:rPr sz="1100" dirty="0">
                <a:solidFill>
                  <a:srgbClr val="AEABAB"/>
                </a:solidFill>
                <a:latin typeface="Calibri"/>
                <a:cs typeface="Calibri"/>
              </a:rPr>
              <a:t>material</a:t>
            </a:r>
            <a:r>
              <a:rPr sz="1100" spc="10" dirty="0">
                <a:solidFill>
                  <a:srgbClr val="AEABAB"/>
                </a:solidFill>
                <a:latin typeface="Calibri"/>
                <a:cs typeface="Calibri"/>
              </a:rPr>
              <a:t> </a:t>
            </a:r>
            <a:r>
              <a:rPr sz="1100" dirty="0">
                <a:solidFill>
                  <a:srgbClr val="AEABAB"/>
                </a:solidFill>
                <a:latin typeface="Calibri"/>
                <a:cs typeface="Calibri"/>
              </a:rPr>
              <a:t>is</a:t>
            </a:r>
            <a:r>
              <a:rPr sz="1100" spc="-25" dirty="0">
                <a:solidFill>
                  <a:srgbClr val="AEABAB"/>
                </a:solidFill>
                <a:latin typeface="Calibri"/>
                <a:cs typeface="Calibri"/>
              </a:rPr>
              <a:t> </a:t>
            </a:r>
            <a:r>
              <a:rPr sz="1100" dirty="0">
                <a:solidFill>
                  <a:srgbClr val="AEABAB"/>
                </a:solidFill>
                <a:latin typeface="Calibri"/>
                <a:cs typeface="Calibri"/>
              </a:rPr>
              <a:t>prohibited</a:t>
            </a:r>
            <a:r>
              <a:rPr sz="1100" spc="-2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dirty="0">
                <a:solidFill>
                  <a:srgbClr val="AEABAB"/>
                </a:solidFill>
                <a:latin typeface="Calibri"/>
                <a:cs typeface="Calibri"/>
              </a:rPr>
              <a:t>subject</a:t>
            </a:r>
            <a:r>
              <a:rPr sz="1100" spc="-35" dirty="0">
                <a:solidFill>
                  <a:srgbClr val="AEABAB"/>
                </a:solidFill>
                <a:latin typeface="Calibri"/>
                <a:cs typeface="Calibri"/>
              </a:rPr>
              <a:t> </a:t>
            </a:r>
            <a:r>
              <a:rPr sz="1100" dirty="0">
                <a:solidFill>
                  <a:srgbClr val="AEABAB"/>
                </a:solidFill>
                <a:latin typeface="Calibri"/>
                <a:cs typeface="Calibri"/>
              </a:rPr>
              <a:t>to</a:t>
            </a:r>
            <a:r>
              <a:rPr sz="1100" spc="-25" dirty="0">
                <a:solidFill>
                  <a:srgbClr val="AEABAB"/>
                </a:solidFill>
                <a:latin typeface="Calibri"/>
                <a:cs typeface="Calibri"/>
              </a:rPr>
              <a:t> </a:t>
            </a:r>
            <a:r>
              <a:rPr sz="1100" dirty="0">
                <a:solidFill>
                  <a:srgbClr val="AEABAB"/>
                </a:solidFill>
                <a:latin typeface="Calibri"/>
                <a:cs typeface="Calibri"/>
              </a:rPr>
              <a:t>legal</a:t>
            </a:r>
            <a:r>
              <a:rPr sz="1100" spc="10" dirty="0">
                <a:solidFill>
                  <a:srgbClr val="AEABAB"/>
                </a:solidFill>
                <a:latin typeface="Calibri"/>
                <a:cs typeface="Calibri"/>
              </a:rPr>
              <a:t> </a:t>
            </a:r>
            <a:r>
              <a:rPr sz="1100" dirty="0">
                <a:solidFill>
                  <a:srgbClr val="AEABAB"/>
                </a:solidFill>
                <a:latin typeface="Calibri"/>
                <a:cs typeface="Calibri"/>
              </a:rPr>
              <a:t>action</a:t>
            </a:r>
            <a:r>
              <a:rPr sz="1100" spc="-25" dirty="0">
                <a:solidFill>
                  <a:srgbClr val="AEABAB"/>
                </a:solidFill>
                <a:latin typeface="Calibri"/>
                <a:cs typeface="Calibri"/>
              </a:rPr>
              <a:t> </a:t>
            </a:r>
            <a:r>
              <a:rPr sz="1100" dirty="0">
                <a:solidFill>
                  <a:srgbClr val="AEABAB"/>
                </a:solidFill>
                <a:latin typeface="Calibri"/>
                <a:cs typeface="Calibri"/>
              </a:rPr>
              <a:t>under</a:t>
            </a:r>
            <a:r>
              <a:rPr sz="1100" spc="25" dirty="0">
                <a:solidFill>
                  <a:srgbClr val="AEABAB"/>
                </a:solidFill>
                <a:latin typeface="Calibri"/>
                <a:cs typeface="Calibri"/>
              </a:rPr>
              <a:t> </a:t>
            </a:r>
            <a:r>
              <a:rPr sz="1100" dirty="0">
                <a:solidFill>
                  <a:srgbClr val="AEABAB"/>
                </a:solidFill>
                <a:latin typeface="Calibri"/>
                <a:cs typeface="Calibri"/>
              </a:rPr>
              <a:t>breach</a:t>
            </a:r>
            <a:r>
              <a:rPr sz="1100" spc="-20" dirty="0">
                <a:solidFill>
                  <a:srgbClr val="AEABAB"/>
                </a:solidFill>
                <a:latin typeface="Calibri"/>
                <a:cs typeface="Calibri"/>
              </a:rPr>
              <a:t> </a:t>
            </a:r>
            <a:r>
              <a:rPr sz="1100" dirty="0">
                <a:solidFill>
                  <a:srgbClr val="AEABAB"/>
                </a:solidFill>
                <a:latin typeface="Calibri"/>
                <a:cs typeface="Calibri"/>
              </a:rPr>
              <a:t>of IP</a:t>
            </a:r>
            <a:r>
              <a:rPr sz="1100" spc="-1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spc="-10" dirty="0">
                <a:solidFill>
                  <a:srgbClr val="AEABAB"/>
                </a:solidFill>
                <a:latin typeface="Calibri"/>
                <a:cs typeface="Calibri"/>
              </a:rPr>
              <a:t>confidentiality</a:t>
            </a:r>
            <a:r>
              <a:rPr sz="1100" spc="-15" dirty="0">
                <a:solidFill>
                  <a:srgbClr val="AEABAB"/>
                </a:solidFill>
                <a:latin typeface="Calibri"/>
                <a:cs typeface="Calibri"/>
              </a:rPr>
              <a:t> </a:t>
            </a:r>
            <a:r>
              <a:rPr sz="1100" spc="-10" dirty="0">
                <a:solidFill>
                  <a:srgbClr val="AEABAB"/>
                </a:solidFill>
                <a:latin typeface="Calibri"/>
                <a:cs typeface="Calibri"/>
              </a:rPr>
              <a:t>clauses.</a:t>
            </a:r>
            <a:endParaRPr sz="1100">
              <a:latin typeface="Calibri"/>
              <a:cs typeface="Calibri"/>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0" y="0"/>
              <a:ext cx="12192000" cy="6857997"/>
            </a:xfrm>
            <a:prstGeom prst="rect">
              <a:avLst/>
            </a:prstGeom>
          </p:spPr>
        </p:pic>
        <p:pic>
          <p:nvPicPr>
            <p:cNvPr id="5" name="object 5"/>
            <p:cNvPicPr/>
            <p:nvPr/>
          </p:nvPicPr>
          <p:blipFill>
            <a:blip r:embed="rId3" cstate="print"/>
            <a:stretch>
              <a:fillRect/>
            </a:stretch>
          </p:blipFill>
          <p:spPr>
            <a:xfrm>
              <a:off x="4019550" y="914400"/>
              <a:ext cx="5153025" cy="1419225"/>
            </a:xfrm>
            <a:prstGeom prst="rect">
              <a:avLst/>
            </a:prstGeom>
          </p:spPr>
        </p:pic>
      </p:grpSp>
      <p:sp>
        <p:nvSpPr>
          <p:cNvPr id="6" name="object 6"/>
          <p:cNvSpPr txBox="1">
            <a:spLocks noGrp="1"/>
          </p:cNvSpPr>
          <p:nvPr>
            <p:ph type="title"/>
          </p:nvPr>
        </p:nvSpPr>
        <p:spPr>
          <a:xfrm>
            <a:off x="3070605" y="2812161"/>
            <a:ext cx="6057900" cy="1370888"/>
          </a:xfrm>
          <a:prstGeom prst="rect">
            <a:avLst/>
          </a:prstGeom>
        </p:spPr>
        <p:txBody>
          <a:bodyPr vert="horz" wrap="square" lIns="0" tIns="16510" rIns="0" bIns="0" rtlCol="0">
            <a:spAutoFit/>
          </a:bodyPr>
          <a:lstStyle/>
          <a:p>
            <a:pPr marL="12700" algn="ctr">
              <a:lnSpc>
                <a:spcPct val="100000"/>
              </a:lnSpc>
              <a:spcBef>
                <a:spcPts val="130"/>
              </a:spcBef>
            </a:pPr>
            <a:r>
              <a:rPr lang="en-US" sz="4400" dirty="0">
                <a:solidFill>
                  <a:schemeClr val="bg1"/>
                </a:solidFill>
              </a:rPr>
              <a:t>E-Commerce Product Delivery Prediction</a:t>
            </a:r>
            <a:endParaRPr sz="4400" dirty="0">
              <a:solidFill>
                <a:schemeClr val="bg1"/>
              </a:solidFill>
            </a:endParaRPr>
          </a:p>
        </p:txBody>
      </p:sp>
      <p:sp>
        <p:nvSpPr>
          <p:cNvPr id="7" name="object 6">
            <a:extLst>
              <a:ext uri="{FF2B5EF4-FFF2-40B4-BE49-F238E27FC236}">
                <a16:creationId xmlns:a16="http://schemas.microsoft.com/office/drawing/2014/main" id="{DB041A08-0793-BB39-555A-1E6474EA7D45}"/>
              </a:ext>
            </a:extLst>
          </p:cNvPr>
          <p:cNvSpPr txBox="1">
            <a:spLocks/>
          </p:cNvSpPr>
          <p:nvPr/>
        </p:nvSpPr>
        <p:spPr>
          <a:xfrm>
            <a:off x="3067050" y="4696383"/>
            <a:ext cx="6057900" cy="509114"/>
          </a:xfrm>
          <a:prstGeom prst="rect">
            <a:avLst/>
          </a:prstGeom>
        </p:spPr>
        <p:txBody>
          <a:bodyPr vert="horz" wrap="square" lIns="0" tIns="16510" rIns="0" bIns="0" rtlCol="0">
            <a:spAutoFit/>
          </a:bodyPr>
          <a:lstStyle>
            <a:lvl1pPr>
              <a:defRPr sz="3350" b="1" i="0">
                <a:solidFill>
                  <a:srgbClr val="161A3D"/>
                </a:solidFill>
                <a:latin typeface="Calibri"/>
                <a:ea typeface="+mj-ea"/>
                <a:cs typeface="Calibri"/>
              </a:defRPr>
            </a:lvl1pPr>
          </a:lstStyle>
          <a:p>
            <a:pPr marL="12700" algn="ctr">
              <a:spcBef>
                <a:spcPts val="130"/>
              </a:spcBef>
            </a:pPr>
            <a:r>
              <a:rPr lang="en-US" sz="3200" dirty="0">
                <a:solidFill>
                  <a:schemeClr val="bg1"/>
                </a:solidFill>
              </a:rPr>
              <a:t>By : Oankar Santosh Ghorpade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9F43412-F4AC-B7EE-5E6A-61CC21F6CD41}"/>
              </a:ext>
            </a:extLst>
          </p:cNvPr>
          <p:cNvSpPr>
            <a:spLocks noGrp="1"/>
          </p:cNvSpPr>
          <p:nvPr>
            <p:ph type="title"/>
          </p:nvPr>
        </p:nvSpPr>
        <p:spPr>
          <a:xfrm>
            <a:off x="609600" y="609600"/>
            <a:ext cx="5638800" cy="1031051"/>
          </a:xfrm>
        </p:spPr>
        <p:txBody>
          <a:bodyPr/>
          <a:lstStyle/>
          <a:p>
            <a:r>
              <a:rPr lang="en-US" dirty="0">
                <a:latin typeface="Segoe UI" panose="020B0502040204020203" pitchFamily="34" charset="0"/>
                <a:cs typeface="Segoe UI" panose="020B0502040204020203" pitchFamily="34" charset="0"/>
              </a:rPr>
              <a:t>Objective Of the Project</a:t>
            </a:r>
          </a:p>
        </p:txBody>
      </p:sp>
      <p:sp>
        <p:nvSpPr>
          <p:cNvPr id="10" name="Text Placeholder 9">
            <a:extLst>
              <a:ext uri="{FF2B5EF4-FFF2-40B4-BE49-F238E27FC236}">
                <a16:creationId xmlns:a16="http://schemas.microsoft.com/office/drawing/2014/main" id="{9323AFC9-4B23-5113-4AFB-70F177AF8063}"/>
              </a:ext>
            </a:extLst>
          </p:cNvPr>
          <p:cNvSpPr>
            <a:spLocks noGrp="1"/>
          </p:cNvSpPr>
          <p:nvPr>
            <p:ph type="body" idx="1"/>
          </p:nvPr>
        </p:nvSpPr>
        <p:spPr>
          <a:xfrm>
            <a:off x="609600" y="1371600"/>
            <a:ext cx="10972800" cy="4343400"/>
          </a:xfrm>
        </p:spPr>
        <p:txBody>
          <a:bodyPr/>
          <a:lstStyle/>
          <a:p>
            <a:r>
              <a:rPr lang="en-US" dirty="0"/>
              <a:t> </a:t>
            </a:r>
          </a:p>
        </p:txBody>
      </p:sp>
      <p:sp>
        <p:nvSpPr>
          <p:cNvPr id="3" name="object 3"/>
          <p:cNvSpPr txBox="1">
            <a:spLocks noGrp="1"/>
          </p:cNvSpPr>
          <p:nvPr>
            <p:ph type="ftr" sz="quarter" idx="5"/>
          </p:nvPr>
        </p:nvSpPr>
        <p:spPr>
          <a:xfrm>
            <a:off x="666750" y="6215246"/>
            <a:ext cx="7212965" cy="362584"/>
          </a:xfrm>
        </p:spPr>
        <p:txBody>
          <a:bodyPr vert="horz" wrap="square" lIns="0" tIns="19050" rIns="0" bIns="0" rtlCol="0">
            <a:spAutoFit/>
          </a:bodyPr>
          <a:lstStyle/>
          <a:p>
            <a:r>
              <a:rPr lang="en-US" dirty="0"/>
              <a:t>CONFIDENTIAL: The information in this document belongs to Boston Institute of Analytics LLC. Any unauthorized sharing of this material is prohibited and subject to legal action under breach of IP and confidentiality clauses.</a:t>
            </a:r>
          </a:p>
        </p:txBody>
      </p:sp>
      <p:sp>
        <p:nvSpPr>
          <p:cNvPr id="11" name="TextBox 10">
            <a:extLst>
              <a:ext uri="{FF2B5EF4-FFF2-40B4-BE49-F238E27FC236}">
                <a16:creationId xmlns:a16="http://schemas.microsoft.com/office/drawing/2014/main" id="{2A05F326-CE39-CB42-90F8-2F1CD6B392AC}"/>
              </a:ext>
            </a:extLst>
          </p:cNvPr>
          <p:cNvSpPr txBox="1"/>
          <p:nvPr/>
        </p:nvSpPr>
        <p:spPr>
          <a:xfrm>
            <a:off x="613064" y="2505670"/>
            <a:ext cx="10839450" cy="923330"/>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The objective of doing the e-commerce project is how to improve the efficiency of product delivery timeliness and to improve the customer satisfaction using 4 different supervised machine learning models.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104A-DDA2-D0BE-A44C-D5859AD7D7F9}"/>
              </a:ext>
            </a:extLst>
          </p:cNvPr>
          <p:cNvSpPr>
            <a:spLocks noGrp="1"/>
          </p:cNvSpPr>
          <p:nvPr>
            <p:ph type="title"/>
          </p:nvPr>
        </p:nvSpPr>
        <p:spPr>
          <a:xfrm>
            <a:off x="666750" y="588644"/>
            <a:ext cx="3829050" cy="515526"/>
          </a:xfrm>
        </p:spPr>
        <p:txBody>
          <a:bodyPr/>
          <a:lstStyle/>
          <a:p>
            <a:r>
              <a:rPr lang="en-US" dirty="0">
                <a:latin typeface="Segoe UI" panose="020B0502040204020203" pitchFamily="34" charset="0"/>
                <a:cs typeface="Segoe UI" panose="020B0502040204020203" pitchFamily="34" charset="0"/>
              </a:rPr>
              <a:t>Approach</a:t>
            </a:r>
          </a:p>
        </p:txBody>
      </p:sp>
      <p:sp>
        <p:nvSpPr>
          <p:cNvPr id="3" name="Text Placeholder 2">
            <a:extLst>
              <a:ext uri="{FF2B5EF4-FFF2-40B4-BE49-F238E27FC236}">
                <a16:creationId xmlns:a16="http://schemas.microsoft.com/office/drawing/2014/main" id="{680FF701-B744-F224-9B99-B8B0B9F8DA6B}"/>
              </a:ext>
            </a:extLst>
          </p:cNvPr>
          <p:cNvSpPr>
            <a:spLocks noGrp="1"/>
          </p:cNvSpPr>
          <p:nvPr>
            <p:ph type="body" idx="1"/>
          </p:nvPr>
        </p:nvSpPr>
        <p:spPr>
          <a:xfrm>
            <a:off x="609600" y="2044005"/>
            <a:ext cx="10972800" cy="2769989"/>
          </a:xfrm>
        </p:spPr>
        <p:txBody>
          <a:bodyPr/>
          <a:lstStyle/>
          <a:p>
            <a:r>
              <a:rPr lang="en-US" dirty="0">
                <a:latin typeface="Segoe UI" panose="020B0502040204020203" pitchFamily="34" charset="0"/>
                <a:cs typeface="Segoe UI" panose="020B0502040204020203" pitchFamily="34" charset="0"/>
              </a:rPr>
              <a:t>This slide will give a brief overview of the approach I took for the project</a:t>
            </a:r>
          </a:p>
          <a:p>
            <a:endParaRPr lang="en-US"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Followed the machine learning process flow</a:t>
            </a:r>
          </a:p>
          <a:p>
            <a:pPr marL="285750" indent="-285750">
              <a:buFont typeface="Arial" panose="020B0604020202020204" pitchFamily="34" charset="0"/>
              <a:buChar char="•"/>
            </a:pPr>
            <a:endParaRPr lang="en-US"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Used EDA for Understanding relationship of data</a:t>
            </a:r>
          </a:p>
          <a:p>
            <a:pPr marL="285750" indent="-285750">
              <a:buFont typeface="Arial" panose="020B0604020202020204" pitchFamily="34" charset="0"/>
              <a:buChar char="•"/>
            </a:pPr>
            <a:endParaRPr lang="en-US"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Used Hyperparameter tuning </a:t>
            </a:r>
          </a:p>
          <a:p>
            <a:pPr marL="285750" indent="-285750">
              <a:buFont typeface="Arial" panose="020B0604020202020204" pitchFamily="34" charset="0"/>
              <a:buChar char="•"/>
            </a:pPr>
            <a:endParaRPr lang="en-US"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dirty="0">
                <a:latin typeface="Segoe UI" panose="020B0502040204020203" pitchFamily="34" charset="0"/>
                <a:cs typeface="Segoe UI" panose="020B0502040204020203" pitchFamily="34" charset="0"/>
              </a:rPr>
              <a:t>Used Classification Report to find the accuracy of the all the 4 model for comparison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061449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04DF8-D4C0-97C1-35C3-81771492F70B}"/>
              </a:ext>
            </a:extLst>
          </p:cNvPr>
          <p:cNvSpPr>
            <a:spLocks noGrp="1"/>
          </p:cNvSpPr>
          <p:nvPr>
            <p:ph type="title"/>
          </p:nvPr>
        </p:nvSpPr>
        <p:spPr>
          <a:xfrm>
            <a:off x="616527" y="379512"/>
            <a:ext cx="6477000" cy="694908"/>
          </a:xfrm>
        </p:spPr>
        <p:txBody>
          <a:bodyPr/>
          <a:lstStyle/>
          <a:p>
            <a:r>
              <a:rPr lang="en-US" dirty="0">
                <a:latin typeface="Segoe UI" panose="020B0502040204020203" pitchFamily="34" charset="0"/>
                <a:cs typeface="Segoe UI" panose="020B0502040204020203" pitchFamily="34" charset="0"/>
              </a:rPr>
              <a:t>Machine Learning Process Flow</a:t>
            </a:r>
          </a:p>
        </p:txBody>
      </p:sp>
      <p:sp>
        <p:nvSpPr>
          <p:cNvPr id="3" name="Text Placeholder 2">
            <a:extLst>
              <a:ext uri="{FF2B5EF4-FFF2-40B4-BE49-F238E27FC236}">
                <a16:creationId xmlns:a16="http://schemas.microsoft.com/office/drawing/2014/main" id="{4AE2949A-060E-BBDC-7351-EEE528F957B5}"/>
              </a:ext>
            </a:extLst>
          </p:cNvPr>
          <p:cNvSpPr>
            <a:spLocks noGrp="1"/>
          </p:cNvSpPr>
          <p:nvPr>
            <p:ph type="body" idx="1"/>
          </p:nvPr>
        </p:nvSpPr>
        <p:spPr>
          <a:xfrm>
            <a:off x="623454" y="1455420"/>
            <a:ext cx="11506200" cy="4526280"/>
          </a:xfrm>
        </p:spPr>
        <p:txBody>
          <a:bodyPr/>
          <a:lstStyle/>
          <a:p>
            <a:endParaRPr lang="en-US" dirty="0"/>
          </a:p>
        </p:txBody>
      </p:sp>
      <p:sp>
        <p:nvSpPr>
          <p:cNvPr id="4" name="Rectangle 3">
            <a:extLst>
              <a:ext uri="{FF2B5EF4-FFF2-40B4-BE49-F238E27FC236}">
                <a16:creationId xmlns:a16="http://schemas.microsoft.com/office/drawing/2014/main" id="{23E97104-DB30-1AC8-4C4F-8F06AB6F8CA8}"/>
              </a:ext>
            </a:extLst>
          </p:cNvPr>
          <p:cNvSpPr/>
          <p:nvPr/>
        </p:nvSpPr>
        <p:spPr>
          <a:xfrm>
            <a:off x="990607" y="1981200"/>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C35DF601-CBA8-48B5-8B5F-D669154023B2}"/>
              </a:ext>
            </a:extLst>
          </p:cNvPr>
          <p:cNvSpPr txBox="1"/>
          <p:nvPr/>
        </p:nvSpPr>
        <p:spPr>
          <a:xfrm>
            <a:off x="1333497" y="2132112"/>
            <a:ext cx="2133600" cy="307777"/>
          </a:xfrm>
          <a:prstGeom prst="rect">
            <a:avLst/>
          </a:prstGeom>
          <a:noFill/>
        </p:spPr>
        <p:txBody>
          <a:bodyPr wrap="square" rtlCol="0">
            <a:spAutoFit/>
          </a:bodyPr>
          <a:lstStyle/>
          <a:p>
            <a:r>
              <a:rPr lang="en-US" sz="1400" dirty="0">
                <a:latin typeface="Segoe UI" panose="020B0502040204020203" pitchFamily="34" charset="0"/>
                <a:cs typeface="Segoe UI" panose="020B0502040204020203" pitchFamily="34" charset="0"/>
              </a:rPr>
              <a:t>Understanding the Data</a:t>
            </a:r>
          </a:p>
        </p:txBody>
      </p:sp>
      <p:cxnSp>
        <p:nvCxnSpPr>
          <p:cNvPr id="7" name="Straight Arrow Connector 6">
            <a:extLst>
              <a:ext uri="{FF2B5EF4-FFF2-40B4-BE49-F238E27FC236}">
                <a16:creationId xmlns:a16="http://schemas.microsoft.com/office/drawing/2014/main" id="{E2258364-5B02-FB7D-CF12-7E7E2C34DDEC}"/>
              </a:ext>
            </a:extLst>
          </p:cNvPr>
          <p:cNvCxnSpPr/>
          <p:nvPr/>
        </p:nvCxnSpPr>
        <p:spPr>
          <a:xfrm>
            <a:off x="2514597" y="2590800"/>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AA96A54-0795-DBAD-4050-16E3262A1620}"/>
              </a:ext>
            </a:extLst>
          </p:cNvPr>
          <p:cNvSpPr/>
          <p:nvPr/>
        </p:nvSpPr>
        <p:spPr>
          <a:xfrm>
            <a:off x="990601" y="2994660"/>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01F375EB-D905-D91E-87AE-C3F1AEE2ED52}"/>
              </a:ext>
            </a:extLst>
          </p:cNvPr>
          <p:cNvSpPr txBox="1"/>
          <p:nvPr/>
        </p:nvSpPr>
        <p:spPr>
          <a:xfrm>
            <a:off x="1142997" y="3145571"/>
            <a:ext cx="2743200" cy="307777"/>
          </a:xfrm>
          <a:prstGeom prst="rect">
            <a:avLst/>
          </a:prstGeom>
          <a:noFill/>
        </p:spPr>
        <p:txBody>
          <a:bodyPr wrap="square" rtlCol="0">
            <a:spAutoFit/>
          </a:bodyPr>
          <a:lstStyle/>
          <a:p>
            <a:r>
              <a:rPr lang="en-US" sz="1400" dirty="0">
                <a:latin typeface="Segoe UI" panose="020B0502040204020203" pitchFamily="34" charset="0"/>
                <a:cs typeface="Segoe UI" panose="020B0502040204020203" pitchFamily="34" charset="0"/>
              </a:rPr>
              <a:t>Loading all the required libraries</a:t>
            </a:r>
          </a:p>
        </p:txBody>
      </p:sp>
      <p:sp>
        <p:nvSpPr>
          <p:cNvPr id="10" name="Rectangle 9">
            <a:extLst>
              <a:ext uri="{FF2B5EF4-FFF2-40B4-BE49-F238E27FC236}">
                <a16:creationId xmlns:a16="http://schemas.microsoft.com/office/drawing/2014/main" id="{812AA0F1-EF49-67CB-D2F3-ABA502DC03CF}"/>
              </a:ext>
            </a:extLst>
          </p:cNvPr>
          <p:cNvSpPr/>
          <p:nvPr/>
        </p:nvSpPr>
        <p:spPr>
          <a:xfrm>
            <a:off x="987131" y="4008120"/>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Data Preprocessing</a:t>
            </a:r>
          </a:p>
        </p:txBody>
      </p:sp>
      <p:cxnSp>
        <p:nvCxnSpPr>
          <p:cNvPr id="11" name="Straight Arrow Connector 10">
            <a:extLst>
              <a:ext uri="{FF2B5EF4-FFF2-40B4-BE49-F238E27FC236}">
                <a16:creationId xmlns:a16="http://schemas.microsoft.com/office/drawing/2014/main" id="{626A190B-7A9A-4D7B-125C-6DC8953461E4}"/>
              </a:ext>
            </a:extLst>
          </p:cNvPr>
          <p:cNvCxnSpPr/>
          <p:nvPr/>
        </p:nvCxnSpPr>
        <p:spPr>
          <a:xfrm>
            <a:off x="2511127" y="3604260"/>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BF58229-82E4-5E06-12F5-A065C2D7D808}"/>
              </a:ext>
            </a:extLst>
          </p:cNvPr>
          <p:cNvSpPr/>
          <p:nvPr/>
        </p:nvSpPr>
        <p:spPr>
          <a:xfrm>
            <a:off x="987131" y="5035435"/>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EDA</a:t>
            </a:r>
          </a:p>
        </p:txBody>
      </p:sp>
      <p:cxnSp>
        <p:nvCxnSpPr>
          <p:cNvPr id="13" name="Straight Arrow Connector 12">
            <a:extLst>
              <a:ext uri="{FF2B5EF4-FFF2-40B4-BE49-F238E27FC236}">
                <a16:creationId xmlns:a16="http://schemas.microsoft.com/office/drawing/2014/main" id="{07024B8F-8A56-4FA2-7DCF-40EBAA35E547}"/>
              </a:ext>
            </a:extLst>
          </p:cNvPr>
          <p:cNvCxnSpPr/>
          <p:nvPr/>
        </p:nvCxnSpPr>
        <p:spPr>
          <a:xfrm>
            <a:off x="2511127" y="4617720"/>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631F2D2-6E7C-31C6-6D37-FE47A0116ADB}"/>
              </a:ext>
            </a:extLst>
          </p:cNvPr>
          <p:cNvSpPr/>
          <p:nvPr/>
        </p:nvSpPr>
        <p:spPr>
          <a:xfrm>
            <a:off x="5105411" y="1981200"/>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Feature Engineering </a:t>
            </a:r>
          </a:p>
        </p:txBody>
      </p:sp>
      <p:cxnSp>
        <p:nvCxnSpPr>
          <p:cNvPr id="20" name="Straight Arrow Connector 19">
            <a:extLst>
              <a:ext uri="{FF2B5EF4-FFF2-40B4-BE49-F238E27FC236}">
                <a16:creationId xmlns:a16="http://schemas.microsoft.com/office/drawing/2014/main" id="{5EDB9974-C799-D445-0662-ED55F0974368}"/>
              </a:ext>
            </a:extLst>
          </p:cNvPr>
          <p:cNvCxnSpPr>
            <a:cxnSpLocks/>
          </p:cNvCxnSpPr>
          <p:nvPr/>
        </p:nvCxnSpPr>
        <p:spPr>
          <a:xfrm>
            <a:off x="4419600" y="2286000"/>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AE8918A1-114A-B357-1BC4-B131C277D97B}"/>
              </a:ext>
            </a:extLst>
          </p:cNvPr>
          <p:cNvCxnSpPr>
            <a:stCxn id="12" idx="3"/>
          </p:cNvCxnSpPr>
          <p:nvPr/>
        </p:nvCxnSpPr>
        <p:spPr>
          <a:xfrm flipV="1">
            <a:off x="4035123" y="2286000"/>
            <a:ext cx="384477" cy="305423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4BCF8DBB-0120-3B80-DA04-646C99367EE6}"/>
              </a:ext>
            </a:extLst>
          </p:cNvPr>
          <p:cNvSpPr/>
          <p:nvPr/>
        </p:nvSpPr>
        <p:spPr>
          <a:xfrm>
            <a:off x="5102367" y="2918460"/>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Data Encoding</a:t>
            </a:r>
          </a:p>
        </p:txBody>
      </p:sp>
      <p:cxnSp>
        <p:nvCxnSpPr>
          <p:cNvPr id="26" name="Straight Arrow Connector 25">
            <a:extLst>
              <a:ext uri="{FF2B5EF4-FFF2-40B4-BE49-F238E27FC236}">
                <a16:creationId xmlns:a16="http://schemas.microsoft.com/office/drawing/2014/main" id="{A537C9FB-D8CE-F47A-6A31-EDC534C1A1E9}"/>
              </a:ext>
            </a:extLst>
          </p:cNvPr>
          <p:cNvCxnSpPr>
            <a:cxnSpLocks/>
          </p:cNvCxnSpPr>
          <p:nvPr/>
        </p:nvCxnSpPr>
        <p:spPr>
          <a:xfrm>
            <a:off x="6553200" y="2590800"/>
            <a:ext cx="0" cy="327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6E25C62-D63F-8ECA-B5FD-522FAC0E07B6}"/>
              </a:ext>
            </a:extLst>
          </p:cNvPr>
          <p:cNvSpPr/>
          <p:nvPr/>
        </p:nvSpPr>
        <p:spPr>
          <a:xfrm>
            <a:off x="5102367" y="3931920"/>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Scaling</a:t>
            </a:r>
          </a:p>
        </p:txBody>
      </p:sp>
      <p:cxnSp>
        <p:nvCxnSpPr>
          <p:cNvPr id="28" name="Straight Arrow Connector 27">
            <a:extLst>
              <a:ext uri="{FF2B5EF4-FFF2-40B4-BE49-F238E27FC236}">
                <a16:creationId xmlns:a16="http://schemas.microsoft.com/office/drawing/2014/main" id="{EEDD0A94-BA45-B3B0-A96A-82D81674D712}"/>
              </a:ext>
            </a:extLst>
          </p:cNvPr>
          <p:cNvCxnSpPr/>
          <p:nvPr/>
        </p:nvCxnSpPr>
        <p:spPr>
          <a:xfrm>
            <a:off x="6553200" y="3528060"/>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14CC368D-0018-B0BD-95AA-7C3D14B97CFC}"/>
              </a:ext>
            </a:extLst>
          </p:cNvPr>
          <p:cNvSpPr/>
          <p:nvPr/>
        </p:nvSpPr>
        <p:spPr>
          <a:xfrm>
            <a:off x="5181604" y="4931526"/>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Train-Test-Split</a:t>
            </a:r>
          </a:p>
        </p:txBody>
      </p:sp>
      <p:cxnSp>
        <p:nvCxnSpPr>
          <p:cNvPr id="31" name="Straight Arrow Connector 30">
            <a:extLst>
              <a:ext uri="{FF2B5EF4-FFF2-40B4-BE49-F238E27FC236}">
                <a16:creationId xmlns:a16="http://schemas.microsoft.com/office/drawing/2014/main" id="{77137B4B-72CE-D90E-EA54-12EE753898A8}"/>
              </a:ext>
            </a:extLst>
          </p:cNvPr>
          <p:cNvCxnSpPr/>
          <p:nvPr/>
        </p:nvCxnSpPr>
        <p:spPr>
          <a:xfrm>
            <a:off x="6553200" y="4541520"/>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58A6DFCB-A7DB-1165-D7F0-452E5767BF39}"/>
              </a:ext>
            </a:extLst>
          </p:cNvPr>
          <p:cNvCxnSpPr/>
          <p:nvPr/>
        </p:nvCxnSpPr>
        <p:spPr>
          <a:xfrm flipV="1">
            <a:off x="8165977" y="2267642"/>
            <a:ext cx="384477" cy="305423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2DFC37C-14EA-86D2-0876-8E803735BD10}"/>
              </a:ext>
            </a:extLst>
          </p:cNvPr>
          <p:cNvSpPr/>
          <p:nvPr/>
        </p:nvSpPr>
        <p:spPr>
          <a:xfrm>
            <a:off x="8995064" y="1981200"/>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Model Fitting</a:t>
            </a:r>
          </a:p>
        </p:txBody>
      </p:sp>
      <p:cxnSp>
        <p:nvCxnSpPr>
          <p:cNvPr id="40" name="Straight Arrow Connector 39">
            <a:extLst>
              <a:ext uri="{FF2B5EF4-FFF2-40B4-BE49-F238E27FC236}">
                <a16:creationId xmlns:a16="http://schemas.microsoft.com/office/drawing/2014/main" id="{F3B8B0E0-8924-DCF3-C09B-84AC74A60016}"/>
              </a:ext>
            </a:extLst>
          </p:cNvPr>
          <p:cNvCxnSpPr/>
          <p:nvPr/>
        </p:nvCxnSpPr>
        <p:spPr>
          <a:xfrm>
            <a:off x="8550454" y="2267642"/>
            <a:ext cx="4411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EFCD5C57-F304-2DE2-6914-C87FFE36D12D}"/>
              </a:ext>
            </a:extLst>
          </p:cNvPr>
          <p:cNvSpPr/>
          <p:nvPr/>
        </p:nvSpPr>
        <p:spPr>
          <a:xfrm>
            <a:off x="8991600" y="2963487"/>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Model Predict</a:t>
            </a:r>
          </a:p>
        </p:txBody>
      </p:sp>
      <p:cxnSp>
        <p:nvCxnSpPr>
          <p:cNvPr id="42" name="Straight Arrow Connector 41">
            <a:extLst>
              <a:ext uri="{FF2B5EF4-FFF2-40B4-BE49-F238E27FC236}">
                <a16:creationId xmlns:a16="http://schemas.microsoft.com/office/drawing/2014/main" id="{99273B59-EB44-6861-AB3E-D0FB94C7F314}"/>
              </a:ext>
            </a:extLst>
          </p:cNvPr>
          <p:cNvCxnSpPr>
            <a:cxnSpLocks/>
          </p:cNvCxnSpPr>
          <p:nvPr/>
        </p:nvCxnSpPr>
        <p:spPr>
          <a:xfrm>
            <a:off x="10591800" y="2617470"/>
            <a:ext cx="0" cy="327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2E17107-1EF8-D87F-CE3B-C1F0DA68794C}"/>
              </a:ext>
            </a:extLst>
          </p:cNvPr>
          <p:cNvSpPr/>
          <p:nvPr/>
        </p:nvSpPr>
        <p:spPr>
          <a:xfrm>
            <a:off x="8991600" y="3971995"/>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Confusion Matrix</a:t>
            </a:r>
          </a:p>
        </p:txBody>
      </p:sp>
      <p:cxnSp>
        <p:nvCxnSpPr>
          <p:cNvPr id="44" name="Straight Arrow Connector 43">
            <a:extLst>
              <a:ext uri="{FF2B5EF4-FFF2-40B4-BE49-F238E27FC236}">
                <a16:creationId xmlns:a16="http://schemas.microsoft.com/office/drawing/2014/main" id="{2A51934D-4324-4571-98C0-7664AB8F4932}"/>
              </a:ext>
            </a:extLst>
          </p:cNvPr>
          <p:cNvCxnSpPr>
            <a:cxnSpLocks/>
          </p:cNvCxnSpPr>
          <p:nvPr/>
        </p:nvCxnSpPr>
        <p:spPr>
          <a:xfrm>
            <a:off x="10591800" y="3604260"/>
            <a:ext cx="0" cy="327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9701C59-56C3-C962-2DF7-4F620481A2EA}"/>
              </a:ext>
            </a:extLst>
          </p:cNvPr>
          <p:cNvSpPr/>
          <p:nvPr/>
        </p:nvSpPr>
        <p:spPr>
          <a:xfrm>
            <a:off x="8991600" y="4922520"/>
            <a:ext cx="3047992"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Segoe UI" panose="020B0502040204020203" pitchFamily="34" charset="0"/>
                <a:cs typeface="Segoe UI" panose="020B0502040204020203" pitchFamily="34" charset="0"/>
              </a:rPr>
              <a:t>Classification Report</a:t>
            </a:r>
          </a:p>
        </p:txBody>
      </p:sp>
      <p:cxnSp>
        <p:nvCxnSpPr>
          <p:cNvPr id="46" name="Straight Arrow Connector 45">
            <a:extLst>
              <a:ext uri="{FF2B5EF4-FFF2-40B4-BE49-F238E27FC236}">
                <a16:creationId xmlns:a16="http://schemas.microsoft.com/office/drawing/2014/main" id="{03087B41-F0E3-B5B5-8334-B6730E5C4D57}"/>
              </a:ext>
            </a:extLst>
          </p:cNvPr>
          <p:cNvCxnSpPr>
            <a:cxnSpLocks/>
          </p:cNvCxnSpPr>
          <p:nvPr/>
        </p:nvCxnSpPr>
        <p:spPr>
          <a:xfrm>
            <a:off x="10581409" y="4568190"/>
            <a:ext cx="0" cy="327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092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C14B-0C19-1909-1BBC-BDF29C84E095}"/>
              </a:ext>
            </a:extLst>
          </p:cNvPr>
          <p:cNvSpPr>
            <a:spLocks noGrp="1"/>
          </p:cNvSpPr>
          <p:nvPr>
            <p:ph type="title"/>
          </p:nvPr>
        </p:nvSpPr>
        <p:spPr>
          <a:xfrm>
            <a:off x="666750" y="588644"/>
            <a:ext cx="6038850" cy="782956"/>
          </a:xfrm>
        </p:spPr>
        <p:txBody>
          <a:bodyPr wrap="square">
            <a:noAutofit/>
          </a:bodyPr>
          <a:lstStyle/>
          <a:p>
            <a:pPr>
              <a:lnSpc>
                <a:spcPct val="90000"/>
              </a:lnSpc>
            </a:pPr>
            <a:r>
              <a:rPr lang="en-US" sz="3200" dirty="0">
                <a:latin typeface="Segoe UI" panose="020B0502040204020203" pitchFamily="34" charset="0"/>
                <a:cs typeface="Segoe UI" panose="020B0502040204020203" pitchFamily="34" charset="0"/>
              </a:rPr>
              <a:t>EDA(Exploratory Data Analysis)</a:t>
            </a:r>
          </a:p>
        </p:txBody>
      </p:sp>
      <p:sp>
        <p:nvSpPr>
          <p:cNvPr id="3" name="Text Placeholder 2">
            <a:extLst>
              <a:ext uri="{FF2B5EF4-FFF2-40B4-BE49-F238E27FC236}">
                <a16:creationId xmlns:a16="http://schemas.microsoft.com/office/drawing/2014/main" id="{EC64BA3F-03EE-ACFD-4A95-211E7930BB3A}"/>
              </a:ext>
            </a:extLst>
          </p:cNvPr>
          <p:cNvSpPr>
            <a:spLocks noGrp="1"/>
          </p:cNvSpPr>
          <p:nvPr>
            <p:ph sz="half" idx="2"/>
          </p:nvPr>
        </p:nvSpPr>
        <p:spPr>
          <a:xfrm>
            <a:off x="609600" y="1577340"/>
            <a:ext cx="5303520" cy="4526280"/>
          </a:xfrm>
        </p:spPr>
        <p:txBody>
          <a:bodyPr wrap="square">
            <a:normAutofit/>
          </a:bodyPr>
          <a:lstStyle/>
          <a:p>
            <a:pPr>
              <a:spcAft>
                <a:spcPts val="600"/>
              </a:spcAft>
            </a:pPr>
            <a:r>
              <a:rPr lang="en-US" dirty="0">
                <a:latin typeface="Segoe UI" panose="020B0502040204020203" pitchFamily="34" charset="0"/>
                <a:cs typeface="Segoe UI" panose="020B0502040204020203" pitchFamily="34" charset="0"/>
              </a:rPr>
              <a:t>Here Are Few Screen Short Of the EDA I performed</a:t>
            </a:r>
          </a:p>
          <a:p>
            <a:pPr>
              <a:spcAft>
                <a:spcPts val="600"/>
              </a:spcAft>
            </a:pPr>
            <a:endParaRPr lang="en-US" dirty="0">
              <a:latin typeface="Segoe UI" panose="020B0502040204020203" pitchFamily="34" charset="0"/>
              <a:cs typeface="Segoe UI" panose="020B0502040204020203" pitchFamily="34" charset="0"/>
            </a:endParaRPr>
          </a:p>
          <a:p>
            <a:pPr marL="342900" indent="-342900" algn="l">
              <a:spcAft>
                <a:spcPts val="600"/>
              </a:spcAft>
              <a:buFont typeface="+mj-lt"/>
              <a:buAutoNum type="arabicPeriod"/>
            </a:pPr>
            <a:r>
              <a:rPr lang="en-US" sz="2800" dirty="0">
                <a:latin typeface="Segoe UI" panose="020B0502040204020203" pitchFamily="34" charset="0"/>
                <a:cs typeface="Segoe UI" panose="020B0502040204020203" pitchFamily="34" charset="0"/>
              </a:rPr>
              <a:t>Univariate EDA Screen Shot</a:t>
            </a:r>
          </a:p>
          <a:p>
            <a:pPr marL="342900" indent="-342900">
              <a:spcAft>
                <a:spcPts val="600"/>
              </a:spcAft>
              <a:buFont typeface="+mj-lt"/>
              <a:buAutoNum type="arabicPeriod"/>
            </a:pPr>
            <a:endParaRPr lang="en-US" dirty="0">
              <a:latin typeface="Segoe UI" panose="020B0502040204020203" pitchFamily="34" charset="0"/>
              <a:cs typeface="Segoe UI" panose="020B0502040204020203" pitchFamily="34" charset="0"/>
            </a:endParaRPr>
          </a:p>
          <a:p>
            <a:pPr>
              <a:spcAft>
                <a:spcPts val="600"/>
              </a:spcAft>
            </a:pPr>
            <a:endParaRPr lang="en-US" dirty="0"/>
          </a:p>
        </p:txBody>
      </p:sp>
      <p:pic>
        <p:nvPicPr>
          <p:cNvPr id="5" name="Picture 4">
            <a:extLst>
              <a:ext uri="{FF2B5EF4-FFF2-40B4-BE49-F238E27FC236}">
                <a16:creationId xmlns:a16="http://schemas.microsoft.com/office/drawing/2014/main" id="{58F00724-20E7-6245-13F5-ED388C25517E}"/>
              </a:ext>
            </a:extLst>
          </p:cNvPr>
          <p:cNvPicPr>
            <a:picLocks noChangeAspect="1"/>
          </p:cNvPicPr>
          <p:nvPr/>
        </p:nvPicPr>
        <p:blipFill>
          <a:blip r:embed="rId2"/>
          <a:stretch>
            <a:fillRect/>
          </a:stretch>
        </p:blipFill>
        <p:spPr>
          <a:xfrm>
            <a:off x="6278880" y="1981200"/>
            <a:ext cx="5303520" cy="3036264"/>
          </a:xfrm>
          <a:prstGeom prst="rect">
            <a:avLst/>
          </a:prstGeom>
          <a:noFill/>
        </p:spPr>
      </p:pic>
    </p:spTree>
    <p:extLst>
      <p:ext uri="{BB962C8B-B14F-4D97-AF65-F5344CB8AC3E}">
        <p14:creationId xmlns:p14="http://schemas.microsoft.com/office/powerpoint/2010/main" val="194603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03C83D-F6B5-5AD6-20F9-AA02E2C59A04}"/>
              </a:ext>
            </a:extLst>
          </p:cNvPr>
          <p:cNvSpPr>
            <a:spLocks noGrp="1"/>
          </p:cNvSpPr>
          <p:nvPr>
            <p:ph type="title"/>
          </p:nvPr>
        </p:nvSpPr>
        <p:spPr>
          <a:xfrm>
            <a:off x="666750" y="588644"/>
            <a:ext cx="6038850" cy="698603"/>
          </a:xfrm>
        </p:spPr>
        <p:txBody>
          <a:bodyPr wrap="square">
            <a:noAutofit/>
          </a:bodyPr>
          <a:lstStyle/>
          <a:p>
            <a:pPr>
              <a:lnSpc>
                <a:spcPct val="90000"/>
              </a:lnSpc>
            </a:pPr>
            <a:r>
              <a:rPr lang="en-US" sz="3200" dirty="0">
                <a:latin typeface="Segoe UI" panose="020B0502040204020203" pitchFamily="34" charset="0"/>
                <a:cs typeface="Segoe UI" panose="020B0502040204020203" pitchFamily="34" charset="0"/>
              </a:rPr>
              <a:t>EDA(Exploratory Data Analysis)</a:t>
            </a:r>
          </a:p>
        </p:txBody>
      </p:sp>
      <p:sp>
        <p:nvSpPr>
          <p:cNvPr id="3" name="Text Placeholder 2">
            <a:extLst>
              <a:ext uri="{FF2B5EF4-FFF2-40B4-BE49-F238E27FC236}">
                <a16:creationId xmlns:a16="http://schemas.microsoft.com/office/drawing/2014/main" id="{886AB240-7DDF-B4E0-C891-EEB9D461099A}"/>
              </a:ext>
            </a:extLst>
          </p:cNvPr>
          <p:cNvSpPr>
            <a:spLocks noGrp="1"/>
          </p:cNvSpPr>
          <p:nvPr>
            <p:ph sz="half" idx="2"/>
          </p:nvPr>
        </p:nvSpPr>
        <p:spPr>
          <a:xfrm>
            <a:off x="609600" y="1577340"/>
            <a:ext cx="5303520" cy="4526280"/>
          </a:xfrm>
        </p:spPr>
        <p:txBody>
          <a:bodyPr wrap="square">
            <a:normAutofit/>
          </a:bodyPr>
          <a:lstStyle/>
          <a:p>
            <a:pPr>
              <a:spcAft>
                <a:spcPts val="600"/>
              </a:spcAft>
            </a:pPr>
            <a:r>
              <a:rPr lang="en-US" sz="2800" dirty="0">
                <a:latin typeface="Segoe UI" panose="020B0502040204020203" pitchFamily="34" charset="0"/>
                <a:cs typeface="Segoe UI" panose="020B0502040204020203" pitchFamily="34" charset="0"/>
              </a:rPr>
              <a:t>2.</a:t>
            </a:r>
            <a:r>
              <a:rPr lang="en-US" dirty="0">
                <a:latin typeface="Segoe UI" panose="020B0502040204020203" pitchFamily="34" charset="0"/>
                <a:cs typeface="Segoe UI" panose="020B0502040204020203" pitchFamily="34" charset="0"/>
              </a:rPr>
              <a:t> </a:t>
            </a:r>
            <a:r>
              <a:rPr lang="en-US" sz="2800" dirty="0">
                <a:latin typeface="Segoe UI" panose="020B0502040204020203" pitchFamily="34" charset="0"/>
                <a:cs typeface="Segoe UI" panose="020B0502040204020203" pitchFamily="34" charset="0"/>
              </a:rPr>
              <a:t>Bivariate EDA Screenshot</a:t>
            </a:r>
          </a:p>
        </p:txBody>
      </p:sp>
      <p:pic>
        <p:nvPicPr>
          <p:cNvPr id="6" name="Picture 5">
            <a:extLst>
              <a:ext uri="{FF2B5EF4-FFF2-40B4-BE49-F238E27FC236}">
                <a16:creationId xmlns:a16="http://schemas.microsoft.com/office/drawing/2014/main" id="{27028A1E-5DF9-F5DC-A25B-45B24327EA95}"/>
              </a:ext>
            </a:extLst>
          </p:cNvPr>
          <p:cNvPicPr>
            <a:picLocks noChangeAspect="1"/>
          </p:cNvPicPr>
          <p:nvPr/>
        </p:nvPicPr>
        <p:blipFill>
          <a:blip r:embed="rId2"/>
          <a:stretch>
            <a:fillRect/>
          </a:stretch>
        </p:blipFill>
        <p:spPr>
          <a:xfrm>
            <a:off x="6278880" y="2110207"/>
            <a:ext cx="5303520" cy="3460546"/>
          </a:xfrm>
          <a:prstGeom prst="rect">
            <a:avLst/>
          </a:prstGeom>
          <a:noFill/>
        </p:spPr>
      </p:pic>
    </p:spTree>
    <p:extLst>
      <p:ext uri="{BB962C8B-B14F-4D97-AF65-F5344CB8AC3E}">
        <p14:creationId xmlns:p14="http://schemas.microsoft.com/office/powerpoint/2010/main" val="2984318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611EAC0-C00A-84AE-B346-469BAEAF41C2}"/>
              </a:ext>
            </a:extLst>
          </p:cNvPr>
          <p:cNvSpPr txBox="1">
            <a:spLocks/>
          </p:cNvSpPr>
          <p:nvPr/>
        </p:nvSpPr>
        <p:spPr>
          <a:xfrm>
            <a:off x="666750" y="588644"/>
            <a:ext cx="6115050" cy="541019"/>
          </a:xfrm>
          <a:prstGeom prst="rect">
            <a:avLst/>
          </a:prstGeom>
        </p:spPr>
        <p:txBody>
          <a:bodyPr wrap="square" lIns="0" tIns="0" rIns="0" bIns="0">
            <a:noAutofit/>
          </a:bodyPr>
          <a:lstStyle>
            <a:lvl1pPr>
              <a:defRPr sz="3350" b="1" i="0">
                <a:solidFill>
                  <a:srgbClr val="161A3D"/>
                </a:solidFill>
                <a:latin typeface="Calibri"/>
                <a:ea typeface="+mj-ea"/>
                <a:cs typeface="Calibri"/>
              </a:defRPr>
            </a:lvl1pPr>
          </a:lstStyle>
          <a:p>
            <a:pPr>
              <a:lnSpc>
                <a:spcPct val="90000"/>
              </a:lnSpc>
              <a:spcAft>
                <a:spcPts val="600"/>
              </a:spcAft>
            </a:pPr>
            <a:r>
              <a:rPr lang="en-US" sz="3200" b="1" i="0" dirty="0">
                <a:latin typeface="Segoe UI" panose="020B0502040204020203" pitchFamily="34" charset="0"/>
                <a:cs typeface="Segoe UI" panose="020B0502040204020203" pitchFamily="34" charset="0"/>
              </a:rPr>
              <a:t>EDA(Exploratory Data Analysis)</a:t>
            </a:r>
          </a:p>
        </p:txBody>
      </p:sp>
      <p:sp>
        <p:nvSpPr>
          <p:cNvPr id="3" name="Text Placeholder 2">
            <a:extLst>
              <a:ext uri="{FF2B5EF4-FFF2-40B4-BE49-F238E27FC236}">
                <a16:creationId xmlns:a16="http://schemas.microsoft.com/office/drawing/2014/main" id="{ED1AE188-E7F0-AB17-E300-FB77A0CA644A}"/>
              </a:ext>
            </a:extLst>
          </p:cNvPr>
          <p:cNvSpPr>
            <a:spLocks noGrp="1"/>
          </p:cNvSpPr>
          <p:nvPr>
            <p:ph sz="half" idx="2"/>
          </p:nvPr>
        </p:nvSpPr>
        <p:spPr>
          <a:xfrm>
            <a:off x="609600" y="1577340"/>
            <a:ext cx="4419600" cy="4526280"/>
          </a:xfrm>
        </p:spPr>
        <p:txBody>
          <a:bodyPr wrap="square" lIns="0" tIns="0" rIns="0" bIns="0">
            <a:normAutofit/>
          </a:bodyPr>
          <a:lstStyle/>
          <a:p>
            <a:pPr>
              <a:spcAft>
                <a:spcPts val="600"/>
              </a:spcAft>
            </a:pPr>
            <a:r>
              <a:rPr lang="en-US" sz="2800" dirty="0">
                <a:latin typeface="Segoe UI" panose="020B0502040204020203" pitchFamily="34" charset="0"/>
                <a:cs typeface="Segoe UI" panose="020B0502040204020203" pitchFamily="34" charset="0"/>
              </a:rPr>
              <a:t>3. Multivariate EDA</a:t>
            </a:r>
          </a:p>
          <a:p>
            <a:pPr indent="-342900">
              <a:spcAft>
                <a:spcPts val="600"/>
              </a:spcAft>
              <a:buFont typeface="+mj-lt"/>
              <a:buAutoNum type="arabicPeriod"/>
            </a:pPr>
            <a:endParaRPr lang="en-US" dirty="0">
              <a:latin typeface="Segoe UI" panose="020B0502040204020203" pitchFamily="34" charset="0"/>
              <a:cs typeface="Segoe UI" panose="020B0502040204020203" pitchFamily="34" charset="0"/>
            </a:endParaRPr>
          </a:p>
          <a:p>
            <a:pPr indent="-342900">
              <a:spcAft>
                <a:spcPts val="600"/>
              </a:spcAft>
              <a:buFont typeface="+mj-lt"/>
              <a:buAutoNum type="arabicPeriod"/>
            </a:pPr>
            <a:endParaRPr lang="en-US" dirty="0">
              <a:latin typeface="+mn-lt"/>
              <a:ea typeface="+mn-ea"/>
              <a:cs typeface="+mn-cs"/>
            </a:endParaRPr>
          </a:p>
        </p:txBody>
      </p:sp>
      <p:pic>
        <p:nvPicPr>
          <p:cNvPr id="8" name="Picture 7">
            <a:extLst>
              <a:ext uri="{FF2B5EF4-FFF2-40B4-BE49-F238E27FC236}">
                <a16:creationId xmlns:a16="http://schemas.microsoft.com/office/drawing/2014/main" id="{94CA7371-7B53-54C3-3FE2-B49EC3724D51}"/>
              </a:ext>
            </a:extLst>
          </p:cNvPr>
          <p:cNvPicPr>
            <a:picLocks noChangeAspect="1"/>
          </p:cNvPicPr>
          <p:nvPr/>
        </p:nvPicPr>
        <p:blipFill>
          <a:blip r:embed="rId2"/>
          <a:stretch>
            <a:fillRect/>
          </a:stretch>
        </p:blipFill>
        <p:spPr>
          <a:xfrm>
            <a:off x="5678054" y="1371600"/>
            <a:ext cx="6294584" cy="3581400"/>
          </a:xfrm>
          <a:prstGeom prst="rect">
            <a:avLst/>
          </a:prstGeom>
          <a:noFill/>
        </p:spPr>
      </p:pic>
    </p:spTree>
    <p:extLst>
      <p:ext uri="{BB962C8B-B14F-4D97-AF65-F5344CB8AC3E}">
        <p14:creationId xmlns:p14="http://schemas.microsoft.com/office/powerpoint/2010/main" val="274591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1E734-3D4A-4DB1-55ED-9FA1523C0FC6}"/>
              </a:ext>
            </a:extLst>
          </p:cNvPr>
          <p:cNvSpPr>
            <a:spLocks noGrp="1"/>
          </p:cNvSpPr>
          <p:nvPr>
            <p:ph type="title"/>
          </p:nvPr>
        </p:nvSpPr>
        <p:spPr>
          <a:xfrm>
            <a:off x="666750" y="588644"/>
            <a:ext cx="8401050" cy="541019"/>
          </a:xfrm>
        </p:spPr>
        <p:txBody>
          <a:bodyPr wrap="square">
            <a:noAutofit/>
          </a:bodyPr>
          <a:lstStyle/>
          <a:p>
            <a:pPr>
              <a:lnSpc>
                <a:spcPct val="90000"/>
              </a:lnSpc>
            </a:pPr>
            <a:r>
              <a:rPr lang="en-US" sz="3200" dirty="0">
                <a:latin typeface="Segoe UI" panose="020B0502040204020203" pitchFamily="34" charset="0"/>
                <a:cs typeface="Segoe UI" panose="020B0502040204020203" pitchFamily="34" charset="0"/>
              </a:rPr>
              <a:t>Accuracy Of all 4 Machine Learning MODEL</a:t>
            </a:r>
          </a:p>
        </p:txBody>
      </p:sp>
      <p:sp>
        <p:nvSpPr>
          <p:cNvPr id="3" name="Text Placeholder 2">
            <a:extLst>
              <a:ext uri="{FF2B5EF4-FFF2-40B4-BE49-F238E27FC236}">
                <a16:creationId xmlns:a16="http://schemas.microsoft.com/office/drawing/2014/main" id="{82149BAF-F19D-0181-2618-23A98B77C496}"/>
              </a:ext>
            </a:extLst>
          </p:cNvPr>
          <p:cNvSpPr>
            <a:spLocks noGrp="1"/>
          </p:cNvSpPr>
          <p:nvPr>
            <p:ph sz="half" idx="2"/>
          </p:nvPr>
        </p:nvSpPr>
        <p:spPr>
          <a:xfrm>
            <a:off x="609600" y="1577340"/>
            <a:ext cx="5303520" cy="4526280"/>
          </a:xfrm>
        </p:spPr>
        <p:txBody>
          <a:bodyPr wrap="square">
            <a:normAutofit/>
          </a:bodyPr>
          <a:lstStyle/>
          <a:p>
            <a:pPr>
              <a:spcAft>
                <a:spcPts val="600"/>
              </a:spcAft>
            </a:pPr>
            <a:r>
              <a:rPr lang="en-US" dirty="0">
                <a:latin typeface="Segoe UI" panose="020B0502040204020203" pitchFamily="34" charset="0"/>
                <a:cs typeface="Segoe UI" panose="020B0502040204020203" pitchFamily="34" charset="0"/>
              </a:rPr>
              <a:t>Here I Put the Screen Shots of the 4 Accuracies of the Machine Learning Models</a:t>
            </a:r>
          </a:p>
          <a:p>
            <a:pPr>
              <a:spcAft>
                <a:spcPts val="600"/>
              </a:spcAft>
            </a:pPr>
            <a:endParaRPr lang="en-US" dirty="0">
              <a:latin typeface="Segoe UI" panose="020B0502040204020203" pitchFamily="34" charset="0"/>
              <a:cs typeface="Segoe UI" panose="020B0502040204020203" pitchFamily="34" charset="0"/>
            </a:endParaRPr>
          </a:p>
          <a:p>
            <a:pPr marL="342900" indent="-342900">
              <a:spcAft>
                <a:spcPts val="600"/>
              </a:spcAft>
              <a:buFont typeface="+mj-lt"/>
              <a:buAutoNum type="arabicPeriod"/>
            </a:pPr>
            <a:r>
              <a:rPr lang="en-US" dirty="0">
                <a:latin typeface="Segoe UI" panose="020B0502040204020203" pitchFamily="34" charset="0"/>
                <a:cs typeface="Segoe UI" panose="020B0502040204020203" pitchFamily="34" charset="0"/>
              </a:rPr>
              <a:t>Logistic Regression Machine Learning Model:</a:t>
            </a:r>
          </a:p>
          <a:p>
            <a:pPr>
              <a:spcAft>
                <a:spcPts val="600"/>
              </a:spcAft>
            </a:pPr>
            <a:endParaRPr lang="en-US" dirty="0"/>
          </a:p>
        </p:txBody>
      </p:sp>
      <p:pic>
        <p:nvPicPr>
          <p:cNvPr id="5" name="Picture 4">
            <a:extLst>
              <a:ext uri="{FF2B5EF4-FFF2-40B4-BE49-F238E27FC236}">
                <a16:creationId xmlns:a16="http://schemas.microsoft.com/office/drawing/2014/main" id="{9AC59D25-8F9D-FF51-BB03-F3A6415C8817}"/>
              </a:ext>
            </a:extLst>
          </p:cNvPr>
          <p:cNvPicPr>
            <a:picLocks noChangeAspect="1"/>
          </p:cNvPicPr>
          <p:nvPr/>
        </p:nvPicPr>
        <p:blipFill>
          <a:blip r:embed="rId2"/>
          <a:stretch>
            <a:fillRect/>
          </a:stretch>
        </p:blipFill>
        <p:spPr>
          <a:xfrm>
            <a:off x="6278880" y="2954973"/>
            <a:ext cx="5303520" cy="1771014"/>
          </a:xfrm>
          <a:prstGeom prst="rect">
            <a:avLst/>
          </a:prstGeom>
          <a:noFill/>
        </p:spPr>
      </p:pic>
    </p:spTree>
    <p:extLst>
      <p:ext uri="{BB962C8B-B14F-4D97-AF65-F5344CB8AC3E}">
        <p14:creationId xmlns:p14="http://schemas.microsoft.com/office/powerpoint/2010/main" val="1343356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284F3D-AD04-21F1-A060-79B498125C18}"/>
              </a:ext>
            </a:extLst>
          </p:cNvPr>
          <p:cNvSpPr>
            <a:spLocks noGrp="1"/>
          </p:cNvSpPr>
          <p:nvPr>
            <p:ph type="body" idx="1"/>
          </p:nvPr>
        </p:nvSpPr>
        <p:spPr>
          <a:xfrm>
            <a:off x="609600" y="1577340"/>
            <a:ext cx="4191000" cy="276999"/>
          </a:xfrm>
        </p:spPr>
        <p:txBody>
          <a:bodyPr/>
          <a:lstStyle/>
          <a:p>
            <a:r>
              <a:rPr lang="en-US" dirty="0"/>
              <a:t>2.</a:t>
            </a:r>
            <a:r>
              <a:rPr lang="en-US" dirty="0">
                <a:latin typeface="Segoe UI" panose="020B0502040204020203" pitchFamily="34" charset="0"/>
                <a:cs typeface="Segoe UI" panose="020B0502040204020203" pitchFamily="34" charset="0"/>
              </a:rPr>
              <a:t>KNN Machine Learning Model</a:t>
            </a:r>
          </a:p>
        </p:txBody>
      </p:sp>
      <p:sp>
        <p:nvSpPr>
          <p:cNvPr id="4" name="Title 1">
            <a:extLst>
              <a:ext uri="{FF2B5EF4-FFF2-40B4-BE49-F238E27FC236}">
                <a16:creationId xmlns:a16="http://schemas.microsoft.com/office/drawing/2014/main" id="{B97D05F1-4E49-8F21-258A-553AE436C81E}"/>
              </a:ext>
            </a:extLst>
          </p:cNvPr>
          <p:cNvSpPr>
            <a:spLocks noGrp="1"/>
          </p:cNvSpPr>
          <p:nvPr>
            <p:ph type="title"/>
          </p:nvPr>
        </p:nvSpPr>
        <p:spPr>
          <a:xfrm>
            <a:off x="666750" y="588644"/>
            <a:ext cx="8324850" cy="541019"/>
          </a:xfrm>
        </p:spPr>
        <p:txBody>
          <a:bodyPr wrap="square">
            <a:noAutofit/>
          </a:bodyPr>
          <a:lstStyle/>
          <a:p>
            <a:pPr>
              <a:lnSpc>
                <a:spcPct val="90000"/>
              </a:lnSpc>
            </a:pPr>
            <a:r>
              <a:rPr lang="en-US" sz="3200" dirty="0">
                <a:latin typeface="Segoe UI" panose="020B0502040204020203" pitchFamily="34" charset="0"/>
                <a:cs typeface="Segoe UI" panose="020B0502040204020203" pitchFamily="34" charset="0"/>
              </a:rPr>
              <a:t>Accuracy Of all 4 Machine Learning MODEL</a:t>
            </a:r>
          </a:p>
        </p:txBody>
      </p:sp>
      <p:pic>
        <p:nvPicPr>
          <p:cNvPr id="6" name="Picture 5">
            <a:extLst>
              <a:ext uri="{FF2B5EF4-FFF2-40B4-BE49-F238E27FC236}">
                <a16:creationId xmlns:a16="http://schemas.microsoft.com/office/drawing/2014/main" id="{B1B618E3-DA95-93DB-F90F-553522D2E441}"/>
              </a:ext>
            </a:extLst>
          </p:cNvPr>
          <p:cNvPicPr>
            <a:picLocks noChangeAspect="1"/>
          </p:cNvPicPr>
          <p:nvPr/>
        </p:nvPicPr>
        <p:blipFill>
          <a:blip r:embed="rId2"/>
          <a:stretch>
            <a:fillRect/>
          </a:stretch>
        </p:blipFill>
        <p:spPr>
          <a:xfrm>
            <a:off x="6141034" y="1577340"/>
            <a:ext cx="5533243" cy="2156460"/>
          </a:xfrm>
          <a:prstGeom prst="rect">
            <a:avLst/>
          </a:prstGeom>
        </p:spPr>
      </p:pic>
    </p:spTree>
    <p:extLst>
      <p:ext uri="{BB962C8B-B14F-4D97-AF65-F5344CB8AC3E}">
        <p14:creationId xmlns:p14="http://schemas.microsoft.com/office/powerpoint/2010/main" val="1094960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5CD9BC-3789-3988-2432-282B83542E46}"/>
              </a:ext>
            </a:extLst>
          </p:cNvPr>
          <p:cNvSpPr>
            <a:spLocks noGrp="1"/>
          </p:cNvSpPr>
          <p:nvPr>
            <p:ph type="title"/>
          </p:nvPr>
        </p:nvSpPr>
        <p:spPr>
          <a:xfrm>
            <a:off x="609600" y="483870"/>
            <a:ext cx="7696200" cy="541019"/>
          </a:xfrm>
        </p:spPr>
        <p:txBody>
          <a:bodyPr wrap="square">
            <a:normAutofit fontScale="90000"/>
          </a:bodyPr>
          <a:lstStyle/>
          <a:p>
            <a:pPr>
              <a:lnSpc>
                <a:spcPct val="90000"/>
              </a:lnSpc>
            </a:pPr>
            <a:r>
              <a:rPr lang="en-US" sz="3200" dirty="0">
                <a:latin typeface="Segoe UI" panose="020B0502040204020203" pitchFamily="34" charset="0"/>
                <a:cs typeface="Segoe UI" panose="020B0502040204020203" pitchFamily="34" charset="0"/>
              </a:rPr>
              <a:t>Accuracy Of all 4 Machine Learning MODEL</a:t>
            </a:r>
          </a:p>
        </p:txBody>
      </p:sp>
      <p:sp>
        <p:nvSpPr>
          <p:cNvPr id="3" name="Text Placeholder 2">
            <a:extLst>
              <a:ext uri="{FF2B5EF4-FFF2-40B4-BE49-F238E27FC236}">
                <a16:creationId xmlns:a16="http://schemas.microsoft.com/office/drawing/2014/main" id="{C896CBFA-C8A7-8B66-B715-327B9058BA93}"/>
              </a:ext>
            </a:extLst>
          </p:cNvPr>
          <p:cNvSpPr>
            <a:spLocks noGrp="1"/>
          </p:cNvSpPr>
          <p:nvPr>
            <p:ph sz="half" idx="2"/>
          </p:nvPr>
        </p:nvSpPr>
        <p:spPr>
          <a:xfrm>
            <a:off x="609600" y="1577340"/>
            <a:ext cx="5303520" cy="4526280"/>
          </a:xfrm>
        </p:spPr>
        <p:txBody>
          <a:bodyPr wrap="square">
            <a:normAutofit/>
          </a:bodyPr>
          <a:lstStyle/>
          <a:p>
            <a:pPr>
              <a:spcAft>
                <a:spcPts val="600"/>
              </a:spcAft>
            </a:pPr>
            <a:r>
              <a:rPr lang="en-US" dirty="0">
                <a:latin typeface="Segoe UI" panose="020B0502040204020203" pitchFamily="34" charset="0"/>
                <a:cs typeface="Segoe UI" panose="020B0502040204020203" pitchFamily="34" charset="0"/>
              </a:rPr>
              <a:t>3. Decision Tree Classifier Machine Learning Model</a:t>
            </a:r>
          </a:p>
        </p:txBody>
      </p:sp>
      <p:pic>
        <p:nvPicPr>
          <p:cNvPr id="6" name="Picture 5">
            <a:extLst>
              <a:ext uri="{FF2B5EF4-FFF2-40B4-BE49-F238E27FC236}">
                <a16:creationId xmlns:a16="http://schemas.microsoft.com/office/drawing/2014/main" id="{3C3A3568-9033-6610-FB5F-331BBCF13972}"/>
              </a:ext>
            </a:extLst>
          </p:cNvPr>
          <p:cNvPicPr>
            <a:picLocks noChangeAspect="1"/>
          </p:cNvPicPr>
          <p:nvPr/>
        </p:nvPicPr>
        <p:blipFill>
          <a:blip r:embed="rId2"/>
          <a:stretch>
            <a:fillRect/>
          </a:stretch>
        </p:blipFill>
        <p:spPr>
          <a:xfrm>
            <a:off x="6553200" y="1371600"/>
            <a:ext cx="5303520" cy="2286000"/>
          </a:xfrm>
          <a:prstGeom prst="rect">
            <a:avLst/>
          </a:prstGeom>
          <a:noFill/>
        </p:spPr>
      </p:pic>
    </p:spTree>
    <p:extLst>
      <p:ext uri="{BB962C8B-B14F-4D97-AF65-F5344CB8AC3E}">
        <p14:creationId xmlns:p14="http://schemas.microsoft.com/office/powerpoint/2010/main" val="343320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A822FD-261D-087F-3E2D-00BA1D02BAF1}"/>
              </a:ext>
            </a:extLst>
          </p:cNvPr>
          <p:cNvSpPr>
            <a:spLocks noGrp="1"/>
          </p:cNvSpPr>
          <p:nvPr>
            <p:ph type="body" idx="1"/>
          </p:nvPr>
        </p:nvSpPr>
        <p:spPr>
          <a:xfrm>
            <a:off x="609600" y="1577340"/>
            <a:ext cx="4572000" cy="553998"/>
          </a:xfrm>
        </p:spPr>
        <p:txBody>
          <a:bodyPr/>
          <a:lstStyle/>
          <a:p>
            <a:r>
              <a:rPr lang="en-US" dirty="0">
                <a:latin typeface="Segoe UI" panose="020B0502040204020203" pitchFamily="34" charset="0"/>
                <a:cs typeface="Segoe UI" panose="020B0502040204020203" pitchFamily="34" charset="0"/>
              </a:rPr>
              <a:t>4. Random Forest Classifier Machine Learning Model:</a:t>
            </a:r>
          </a:p>
        </p:txBody>
      </p:sp>
      <p:sp>
        <p:nvSpPr>
          <p:cNvPr id="4" name="Title 1">
            <a:extLst>
              <a:ext uri="{FF2B5EF4-FFF2-40B4-BE49-F238E27FC236}">
                <a16:creationId xmlns:a16="http://schemas.microsoft.com/office/drawing/2014/main" id="{18821CD7-AF5C-7AAB-4A3F-7EC0B55F90FD}"/>
              </a:ext>
            </a:extLst>
          </p:cNvPr>
          <p:cNvSpPr>
            <a:spLocks noGrp="1"/>
          </p:cNvSpPr>
          <p:nvPr>
            <p:ph type="title"/>
          </p:nvPr>
        </p:nvSpPr>
        <p:spPr>
          <a:xfrm>
            <a:off x="609600" y="685800"/>
            <a:ext cx="8153400" cy="541019"/>
          </a:xfrm>
        </p:spPr>
        <p:txBody>
          <a:bodyPr wrap="square">
            <a:normAutofit fontScale="90000"/>
          </a:bodyPr>
          <a:lstStyle/>
          <a:p>
            <a:pPr>
              <a:lnSpc>
                <a:spcPct val="90000"/>
              </a:lnSpc>
            </a:pPr>
            <a:r>
              <a:rPr lang="en-US" sz="3200" dirty="0">
                <a:latin typeface="Segoe UI" panose="020B0502040204020203" pitchFamily="34" charset="0"/>
                <a:cs typeface="Segoe UI" panose="020B0502040204020203" pitchFamily="34" charset="0"/>
              </a:rPr>
              <a:t>Accuracy Of all 4 Machine Learning MODEL</a:t>
            </a:r>
          </a:p>
        </p:txBody>
      </p:sp>
      <p:pic>
        <p:nvPicPr>
          <p:cNvPr id="6" name="Picture 5">
            <a:extLst>
              <a:ext uri="{FF2B5EF4-FFF2-40B4-BE49-F238E27FC236}">
                <a16:creationId xmlns:a16="http://schemas.microsoft.com/office/drawing/2014/main" id="{04D02B7E-B60A-3052-4E42-F2FFAF5D3067}"/>
              </a:ext>
            </a:extLst>
          </p:cNvPr>
          <p:cNvPicPr>
            <a:picLocks noChangeAspect="1"/>
          </p:cNvPicPr>
          <p:nvPr/>
        </p:nvPicPr>
        <p:blipFill>
          <a:blip r:embed="rId2"/>
          <a:stretch>
            <a:fillRect/>
          </a:stretch>
        </p:blipFill>
        <p:spPr>
          <a:xfrm>
            <a:off x="6553200" y="1676400"/>
            <a:ext cx="4770533" cy="2057400"/>
          </a:xfrm>
          <a:prstGeom prst="rect">
            <a:avLst/>
          </a:prstGeom>
        </p:spPr>
      </p:pic>
    </p:spTree>
    <p:extLst>
      <p:ext uri="{BB962C8B-B14F-4D97-AF65-F5344CB8AC3E}">
        <p14:creationId xmlns:p14="http://schemas.microsoft.com/office/powerpoint/2010/main" val="867517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4344-F2DB-953E-A776-BF6FE60C393C}"/>
              </a:ext>
            </a:extLst>
          </p:cNvPr>
          <p:cNvSpPr>
            <a:spLocks noGrp="1"/>
          </p:cNvSpPr>
          <p:nvPr>
            <p:ph type="title"/>
          </p:nvPr>
        </p:nvSpPr>
        <p:spPr>
          <a:xfrm>
            <a:off x="533400" y="228600"/>
            <a:ext cx="5810250" cy="515526"/>
          </a:xfrm>
        </p:spPr>
        <p:txBody>
          <a:bodyPr/>
          <a:lstStyle/>
          <a:p>
            <a:r>
              <a:rPr lang="en-US" dirty="0">
                <a:latin typeface="Segoe UI" panose="020B0502040204020203" pitchFamily="34" charset="0"/>
                <a:cs typeface="Segoe UI" panose="020B0502040204020203" pitchFamily="34" charset="0"/>
              </a:rPr>
              <a:t>Deliverable/Outcomes</a:t>
            </a:r>
          </a:p>
        </p:txBody>
      </p:sp>
      <p:sp>
        <p:nvSpPr>
          <p:cNvPr id="3" name="Text Placeholder 2">
            <a:extLst>
              <a:ext uri="{FF2B5EF4-FFF2-40B4-BE49-F238E27FC236}">
                <a16:creationId xmlns:a16="http://schemas.microsoft.com/office/drawing/2014/main" id="{60F27A16-326E-F371-1C9F-13081A86382B}"/>
              </a:ext>
            </a:extLst>
          </p:cNvPr>
          <p:cNvSpPr>
            <a:spLocks noGrp="1"/>
          </p:cNvSpPr>
          <p:nvPr>
            <p:ph type="body" idx="1"/>
          </p:nvPr>
        </p:nvSpPr>
        <p:spPr>
          <a:xfrm>
            <a:off x="533400" y="820326"/>
            <a:ext cx="10972800" cy="5447645"/>
          </a:xfrm>
        </p:spPr>
        <p:txBody>
          <a:bodyPr/>
          <a:lstStyle/>
          <a:p>
            <a:r>
              <a:rPr lang="en-US" sz="1600" dirty="0">
                <a:latin typeface="Segoe UI" panose="020B0502040204020203" pitchFamily="34" charset="0"/>
                <a:cs typeface="Segoe UI" panose="020B0502040204020203" pitchFamily="34" charset="0"/>
              </a:rPr>
              <a:t>From the exploratory data analysis to evaluating the performance of four machine learning models, this project helped me understand that product delivery time is influenced by multiple interacting factors such as discounts, product importance, customer ratings, and warehouse block assignments.</a:t>
            </a:r>
          </a:p>
          <a:p>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Through multivariate EDA, particularly the analysis comparing </a:t>
            </a:r>
            <a:r>
              <a:rPr lang="en-US" sz="1600" b="1" dirty="0">
                <a:latin typeface="Segoe UI" panose="020B0502040204020203" pitchFamily="34" charset="0"/>
                <a:cs typeface="Segoe UI" panose="020B0502040204020203" pitchFamily="34" charset="0"/>
              </a:rPr>
              <a:t>mode of shipment, warehouse block, and on-time delivery status</a:t>
            </a:r>
            <a:r>
              <a:rPr lang="en-US" sz="1600" dirty="0">
                <a:latin typeface="Segoe UI" panose="020B0502040204020203" pitchFamily="34" charset="0"/>
                <a:cs typeface="Segoe UI" panose="020B0502040204020203" pitchFamily="34" charset="0"/>
              </a:rPr>
              <a:t>, we observed that the choice of shipment mode combined with the assigned warehouse block significantly affects whether a product reaches the customer on time.</a:t>
            </a:r>
          </a:p>
          <a:p>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In addition to shipment mode and warehouse allocation, other factors such as product weight, discount level, and customer interaction metrics also play an important role in delivery performance.</a:t>
            </a:r>
          </a:p>
          <a:p>
            <a:r>
              <a:rPr lang="en-US" sz="1600" dirty="0">
                <a:latin typeface="Segoe UI" panose="020B0502040204020203" pitchFamily="34" charset="0"/>
                <a:cs typeface="Segoe UI" panose="020B0502040204020203" pitchFamily="34" charset="0"/>
              </a:rPr>
              <a:t>Therefore, to improve delivery efficiency, the company should not rely on a single factor. Instead, it should focus on optimizing key aspects such as shipment mode selection, warehouse assignment, discount strategies, and product prioritization to minimize delivery delays.</a:t>
            </a:r>
          </a:p>
          <a:p>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Among the machine learning models evaluated, </a:t>
            </a:r>
            <a:r>
              <a:rPr lang="en-US" sz="1600" b="1" dirty="0">
                <a:latin typeface="Segoe UI" panose="020B0502040204020203" pitchFamily="34" charset="0"/>
                <a:cs typeface="Segoe UI" panose="020B0502040204020203" pitchFamily="34" charset="0"/>
              </a:rPr>
              <a:t>Random Forest achieved an accuracy of approximately 68%</a:t>
            </a:r>
            <a:r>
              <a:rPr lang="en-US" sz="1600" dirty="0">
                <a:latin typeface="Segoe UI" panose="020B0502040204020203" pitchFamily="34" charset="0"/>
                <a:cs typeface="Segoe UI" panose="020B0502040204020203" pitchFamily="34" charset="0"/>
              </a:rPr>
              <a:t>. Although the Decision Tree model showed a similar accuracy, Random Forest demonstrated </a:t>
            </a:r>
            <a:r>
              <a:rPr lang="en-US" sz="1600" b="1" dirty="0">
                <a:latin typeface="Segoe UI" panose="020B0502040204020203" pitchFamily="34" charset="0"/>
                <a:cs typeface="Segoe UI" panose="020B0502040204020203" pitchFamily="34" charset="0"/>
              </a:rPr>
              <a:t>better generalization and reduced bias</a:t>
            </a:r>
            <a:r>
              <a:rPr lang="en-US" sz="1600" dirty="0">
                <a:latin typeface="Segoe UI" panose="020B0502040204020203" pitchFamily="34" charset="0"/>
                <a:cs typeface="Segoe UI" panose="020B0502040204020203" pitchFamily="34" charset="0"/>
              </a:rPr>
              <a:t>, making it a more reliable model overall.</a:t>
            </a:r>
          </a:p>
          <a:p>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An accuracy of 68% is considered reasonable given the absence of real-time logistics data and external factors such as traffic, weather, and operational disruptions. With access to real-time data and further feature enhancement, the model’s performance can be improved in future implementations.</a:t>
            </a:r>
          </a:p>
          <a:p>
            <a:endParaRPr lang="en-US" dirty="0"/>
          </a:p>
        </p:txBody>
      </p:sp>
    </p:spTree>
    <p:extLst>
      <p:ext uri="{BB962C8B-B14F-4D97-AF65-F5344CB8AC3E}">
        <p14:creationId xmlns:p14="http://schemas.microsoft.com/office/powerpoint/2010/main" val="1018476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450" y="6227946"/>
            <a:ext cx="7187565" cy="337185"/>
          </a:xfrm>
          <a:prstGeom prst="rect">
            <a:avLst/>
          </a:prstGeom>
        </p:spPr>
        <p:txBody>
          <a:bodyPr vert="horz" wrap="square" lIns="0" tIns="6350" rIns="0" bIns="0" rtlCol="0">
            <a:spAutoFit/>
          </a:bodyPr>
          <a:lstStyle/>
          <a:p>
            <a:pPr>
              <a:lnSpc>
                <a:spcPts val="1280"/>
              </a:lnSpc>
              <a:spcBef>
                <a:spcPts val="50"/>
              </a:spcBef>
            </a:pPr>
            <a:r>
              <a:rPr sz="1100" b="1" spc="-10" dirty="0">
                <a:solidFill>
                  <a:srgbClr val="AEABAB"/>
                </a:solidFill>
                <a:latin typeface="Calibri"/>
                <a:cs typeface="Calibri"/>
              </a:rPr>
              <a:t>CONFIDENTIAL</a:t>
            </a:r>
            <a:r>
              <a:rPr sz="1100" spc="-10" dirty="0">
                <a:solidFill>
                  <a:srgbClr val="AEABAB"/>
                </a:solidFill>
                <a:latin typeface="Calibri"/>
                <a:cs typeface="Calibri"/>
              </a:rPr>
              <a:t>: </a:t>
            </a:r>
            <a:r>
              <a:rPr sz="1100" dirty="0">
                <a:solidFill>
                  <a:srgbClr val="AEABAB"/>
                </a:solidFill>
                <a:latin typeface="Calibri"/>
                <a:cs typeface="Calibri"/>
              </a:rPr>
              <a:t>The</a:t>
            </a:r>
            <a:r>
              <a:rPr sz="1100" spc="30" dirty="0">
                <a:solidFill>
                  <a:srgbClr val="AEABAB"/>
                </a:solidFill>
                <a:latin typeface="Calibri"/>
                <a:cs typeface="Calibri"/>
              </a:rPr>
              <a:t> </a:t>
            </a:r>
            <a:r>
              <a:rPr sz="1100" dirty="0">
                <a:solidFill>
                  <a:srgbClr val="AEABAB"/>
                </a:solidFill>
                <a:latin typeface="Calibri"/>
                <a:cs typeface="Calibri"/>
              </a:rPr>
              <a:t>information</a:t>
            </a:r>
            <a:r>
              <a:rPr sz="1100" spc="-5" dirty="0">
                <a:solidFill>
                  <a:srgbClr val="AEABAB"/>
                </a:solidFill>
                <a:latin typeface="Calibri"/>
                <a:cs typeface="Calibri"/>
              </a:rPr>
              <a:t> </a:t>
            </a:r>
            <a:r>
              <a:rPr sz="1100" dirty="0">
                <a:solidFill>
                  <a:srgbClr val="AEABAB"/>
                </a:solidFill>
                <a:latin typeface="Calibri"/>
                <a:cs typeface="Calibri"/>
              </a:rPr>
              <a:t>in this</a:t>
            </a:r>
            <a:r>
              <a:rPr sz="1100" spc="-5" dirty="0">
                <a:solidFill>
                  <a:srgbClr val="AEABAB"/>
                </a:solidFill>
                <a:latin typeface="Calibri"/>
                <a:cs typeface="Calibri"/>
              </a:rPr>
              <a:t> </a:t>
            </a:r>
            <a:r>
              <a:rPr sz="1100" dirty="0">
                <a:solidFill>
                  <a:srgbClr val="AEABAB"/>
                </a:solidFill>
                <a:latin typeface="Calibri"/>
                <a:cs typeface="Calibri"/>
              </a:rPr>
              <a:t>document</a:t>
            </a:r>
            <a:r>
              <a:rPr sz="1100" spc="-10" dirty="0">
                <a:solidFill>
                  <a:srgbClr val="AEABAB"/>
                </a:solidFill>
                <a:latin typeface="Calibri"/>
                <a:cs typeface="Calibri"/>
              </a:rPr>
              <a:t> belongs</a:t>
            </a:r>
            <a:r>
              <a:rPr sz="1100" spc="-5" dirty="0">
                <a:solidFill>
                  <a:srgbClr val="AEABAB"/>
                </a:solidFill>
                <a:latin typeface="Calibri"/>
                <a:cs typeface="Calibri"/>
              </a:rPr>
              <a:t> </a:t>
            </a:r>
            <a:r>
              <a:rPr sz="1100" dirty="0">
                <a:solidFill>
                  <a:srgbClr val="AEABAB"/>
                </a:solidFill>
                <a:latin typeface="Calibri"/>
                <a:cs typeface="Calibri"/>
              </a:rPr>
              <a:t>to</a:t>
            </a:r>
            <a:r>
              <a:rPr sz="1100" spc="-10" dirty="0">
                <a:solidFill>
                  <a:srgbClr val="AEABAB"/>
                </a:solidFill>
                <a:latin typeface="Calibri"/>
                <a:cs typeface="Calibri"/>
              </a:rPr>
              <a:t> </a:t>
            </a:r>
            <a:r>
              <a:rPr sz="1100" dirty="0">
                <a:solidFill>
                  <a:srgbClr val="AEABAB"/>
                </a:solidFill>
                <a:latin typeface="Calibri"/>
                <a:cs typeface="Calibri"/>
              </a:rPr>
              <a:t>Boston Institute</a:t>
            </a:r>
            <a:r>
              <a:rPr sz="1100" spc="-50"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10" dirty="0">
                <a:solidFill>
                  <a:srgbClr val="AEABAB"/>
                </a:solidFill>
                <a:latin typeface="Calibri"/>
                <a:cs typeface="Calibri"/>
              </a:rPr>
              <a:t>Analytics</a:t>
            </a:r>
            <a:r>
              <a:rPr sz="1100" spc="-5" dirty="0">
                <a:solidFill>
                  <a:srgbClr val="AEABAB"/>
                </a:solidFill>
                <a:latin typeface="Calibri"/>
                <a:cs typeface="Calibri"/>
              </a:rPr>
              <a:t> </a:t>
            </a:r>
            <a:r>
              <a:rPr sz="1100" dirty="0">
                <a:solidFill>
                  <a:srgbClr val="AEABAB"/>
                </a:solidFill>
                <a:latin typeface="Calibri"/>
                <a:cs typeface="Calibri"/>
              </a:rPr>
              <a:t>LLC.</a:t>
            </a:r>
            <a:r>
              <a:rPr sz="1100" spc="10" dirty="0">
                <a:solidFill>
                  <a:srgbClr val="AEABAB"/>
                </a:solidFill>
                <a:latin typeface="Calibri"/>
                <a:cs typeface="Calibri"/>
              </a:rPr>
              <a:t> </a:t>
            </a:r>
            <a:r>
              <a:rPr sz="1100" dirty="0">
                <a:solidFill>
                  <a:srgbClr val="AEABAB"/>
                </a:solidFill>
                <a:latin typeface="Calibri"/>
                <a:cs typeface="Calibri"/>
              </a:rPr>
              <a:t>Any </a:t>
            </a:r>
            <a:r>
              <a:rPr sz="1100" spc="-10" dirty="0">
                <a:solidFill>
                  <a:srgbClr val="AEABAB"/>
                </a:solidFill>
                <a:latin typeface="Calibri"/>
                <a:cs typeface="Calibri"/>
              </a:rPr>
              <a:t>unauthorized</a:t>
            </a:r>
            <a:r>
              <a:rPr sz="1100" dirty="0">
                <a:solidFill>
                  <a:srgbClr val="AEABAB"/>
                </a:solidFill>
                <a:latin typeface="Calibri"/>
                <a:cs typeface="Calibri"/>
              </a:rPr>
              <a:t> sharing</a:t>
            </a:r>
            <a:r>
              <a:rPr sz="1100" spc="-15"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20" dirty="0">
                <a:solidFill>
                  <a:srgbClr val="AEABAB"/>
                </a:solidFill>
                <a:latin typeface="Calibri"/>
                <a:cs typeface="Calibri"/>
              </a:rPr>
              <a:t>this </a:t>
            </a:r>
            <a:r>
              <a:rPr sz="1100" dirty="0">
                <a:solidFill>
                  <a:srgbClr val="AEABAB"/>
                </a:solidFill>
                <a:latin typeface="Calibri"/>
                <a:cs typeface="Calibri"/>
              </a:rPr>
              <a:t>material</a:t>
            </a:r>
            <a:r>
              <a:rPr sz="1100" spc="10" dirty="0">
                <a:solidFill>
                  <a:srgbClr val="AEABAB"/>
                </a:solidFill>
                <a:latin typeface="Calibri"/>
                <a:cs typeface="Calibri"/>
              </a:rPr>
              <a:t> </a:t>
            </a:r>
            <a:r>
              <a:rPr sz="1100" dirty="0">
                <a:solidFill>
                  <a:srgbClr val="AEABAB"/>
                </a:solidFill>
                <a:latin typeface="Calibri"/>
                <a:cs typeface="Calibri"/>
              </a:rPr>
              <a:t>is</a:t>
            </a:r>
            <a:r>
              <a:rPr sz="1100" spc="-25" dirty="0">
                <a:solidFill>
                  <a:srgbClr val="AEABAB"/>
                </a:solidFill>
                <a:latin typeface="Calibri"/>
                <a:cs typeface="Calibri"/>
              </a:rPr>
              <a:t> </a:t>
            </a:r>
            <a:r>
              <a:rPr sz="1100" dirty="0">
                <a:solidFill>
                  <a:srgbClr val="AEABAB"/>
                </a:solidFill>
                <a:latin typeface="Calibri"/>
                <a:cs typeface="Calibri"/>
              </a:rPr>
              <a:t>prohibited</a:t>
            </a:r>
            <a:r>
              <a:rPr sz="1100" spc="-2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dirty="0">
                <a:solidFill>
                  <a:srgbClr val="AEABAB"/>
                </a:solidFill>
                <a:latin typeface="Calibri"/>
                <a:cs typeface="Calibri"/>
              </a:rPr>
              <a:t>subject</a:t>
            </a:r>
            <a:r>
              <a:rPr sz="1100" spc="-35" dirty="0">
                <a:solidFill>
                  <a:srgbClr val="AEABAB"/>
                </a:solidFill>
                <a:latin typeface="Calibri"/>
                <a:cs typeface="Calibri"/>
              </a:rPr>
              <a:t> </a:t>
            </a:r>
            <a:r>
              <a:rPr sz="1100" dirty="0">
                <a:solidFill>
                  <a:srgbClr val="AEABAB"/>
                </a:solidFill>
                <a:latin typeface="Calibri"/>
                <a:cs typeface="Calibri"/>
              </a:rPr>
              <a:t>to</a:t>
            </a:r>
            <a:r>
              <a:rPr sz="1100" spc="-25" dirty="0">
                <a:solidFill>
                  <a:srgbClr val="AEABAB"/>
                </a:solidFill>
                <a:latin typeface="Calibri"/>
                <a:cs typeface="Calibri"/>
              </a:rPr>
              <a:t> </a:t>
            </a:r>
            <a:r>
              <a:rPr sz="1100" dirty="0">
                <a:solidFill>
                  <a:srgbClr val="AEABAB"/>
                </a:solidFill>
                <a:latin typeface="Calibri"/>
                <a:cs typeface="Calibri"/>
              </a:rPr>
              <a:t>legal</a:t>
            </a:r>
            <a:r>
              <a:rPr sz="1100" spc="10" dirty="0">
                <a:solidFill>
                  <a:srgbClr val="AEABAB"/>
                </a:solidFill>
                <a:latin typeface="Calibri"/>
                <a:cs typeface="Calibri"/>
              </a:rPr>
              <a:t> </a:t>
            </a:r>
            <a:r>
              <a:rPr sz="1100" dirty="0">
                <a:solidFill>
                  <a:srgbClr val="AEABAB"/>
                </a:solidFill>
                <a:latin typeface="Calibri"/>
                <a:cs typeface="Calibri"/>
              </a:rPr>
              <a:t>action</a:t>
            </a:r>
            <a:r>
              <a:rPr sz="1100" spc="-25" dirty="0">
                <a:solidFill>
                  <a:srgbClr val="AEABAB"/>
                </a:solidFill>
                <a:latin typeface="Calibri"/>
                <a:cs typeface="Calibri"/>
              </a:rPr>
              <a:t> </a:t>
            </a:r>
            <a:r>
              <a:rPr sz="1100" dirty="0">
                <a:solidFill>
                  <a:srgbClr val="AEABAB"/>
                </a:solidFill>
                <a:latin typeface="Calibri"/>
                <a:cs typeface="Calibri"/>
              </a:rPr>
              <a:t>under</a:t>
            </a:r>
            <a:r>
              <a:rPr sz="1100" spc="25" dirty="0">
                <a:solidFill>
                  <a:srgbClr val="AEABAB"/>
                </a:solidFill>
                <a:latin typeface="Calibri"/>
                <a:cs typeface="Calibri"/>
              </a:rPr>
              <a:t> </a:t>
            </a:r>
            <a:r>
              <a:rPr sz="1100" dirty="0">
                <a:solidFill>
                  <a:srgbClr val="AEABAB"/>
                </a:solidFill>
                <a:latin typeface="Calibri"/>
                <a:cs typeface="Calibri"/>
              </a:rPr>
              <a:t>breach</a:t>
            </a:r>
            <a:r>
              <a:rPr sz="1100" spc="-20" dirty="0">
                <a:solidFill>
                  <a:srgbClr val="AEABAB"/>
                </a:solidFill>
                <a:latin typeface="Calibri"/>
                <a:cs typeface="Calibri"/>
              </a:rPr>
              <a:t> </a:t>
            </a:r>
            <a:r>
              <a:rPr sz="1100" dirty="0">
                <a:solidFill>
                  <a:srgbClr val="AEABAB"/>
                </a:solidFill>
                <a:latin typeface="Calibri"/>
                <a:cs typeface="Calibri"/>
              </a:rPr>
              <a:t>of IP</a:t>
            </a:r>
            <a:r>
              <a:rPr sz="1100" spc="-1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spc="-10" dirty="0">
                <a:solidFill>
                  <a:srgbClr val="AEABAB"/>
                </a:solidFill>
                <a:latin typeface="Calibri"/>
                <a:cs typeface="Calibri"/>
              </a:rPr>
              <a:t>confidentiality</a:t>
            </a:r>
            <a:r>
              <a:rPr sz="1100" spc="-15" dirty="0">
                <a:solidFill>
                  <a:srgbClr val="AEABAB"/>
                </a:solidFill>
                <a:latin typeface="Calibri"/>
                <a:cs typeface="Calibri"/>
              </a:rPr>
              <a:t> </a:t>
            </a:r>
            <a:r>
              <a:rPr sz="1100" spc="-10" dirty="0">
                <a:solidFill>
                  <a:srgbClr val="AEABAB"/>
                </a:solidFill>
                <a:latin typeface="Calibri"/>
                <a:cs typeface="Calibri"/>
              </a:rPr>
              <a:t>clauses.</a:t>
            </a:r>
            <a:endParaRPr sz="1100">
              <a:latin typeface="Calibri"/>
              <a:cs typeface="Calibri"/>
            </a:endParaRPr>
          </a:p>
        </p:txBody>
      </p:sp>
      <p:pic>
        <p:nvPicPr>
          <p:cNvPr id="3" name="object 3"/>
          <p:cNvPicPr/>
          <p:nvPr/>
        </p:nvPicPr>
        <p:blipFill>
          <a:blip r:embed="rId2" cstate="print"/>
          <a:stretch>
            <a:fillRect/>
          </a:stretch>
        </p:blipFill>
        <p:spPr>
          <a:xfrm>
            <a:off x="0" y="0"/>
            <a:ext cx="12192000" cy="6857997"/>
          </a:xfrm>
          <a:prstGeom prst="rect">
            <a:avLst/>
          </a:prstGeom>
        </p:spPr>
      </p:pic>
      <p:sp>
        <p:nvSpPr>
          <p:cNvPr id="4" name="object 4"/>
          <p:cNvSpPr txBox="1">
            <a:spLocks noGrp="1"/>
          </p:cNvSpPr>
          <p:nvPr>
            <p:ph type="title"/>
          </p:nvPr>
        </p:nvSpPr>
        <p:spPr>
          <a:xfrm>
            <a:off x="4157345" y="2405443"/>
            <a:ext cx="3881120" cy="1032510"/>
          </a:xfrm>
          <a:prstGeom prst="rect">
            <a:avLst/>
          </a:prstGeom>
        </p:spPr>
        <p:txBody>
          <a:bodyPr vert="horz" wrap="square" lIns="0" tIns="13335" rIns="0" bIns="0" rtlCol="0">
            <a:spAutoFit/>
          </a:bodyPr>
          <a:lstStyle/>
          <a:p>
            <a:pPr marL="12700">
              <a:lnSpc>
                <a:spcPct val="100000"/>
              </a:lnSpc>
              <a:spcBef>
                <a:spcPts val="105"/>
              </a:spcBef>
            </a:pPr>
            <a:r>
              <a:rPr sz="6600" dirty="0">
                <a:solidFill>
                  <a:srgbClr val="FFFFFF"/>
                </a:solidFill>
              </a:rPr>
              <a:t>Thank</a:t>
            </a:r>
            <a:r>
              <a:rPr sz="6600" spc="-110" dirty="0">
                <a:solidFill>
                  <a:srgbClr val="FFFFFF"/>
                </a:solidFill>
              </a:rPr>
              <a:t> </a:t>
            </a:r>
            <a:r>
              <a:rPr sz="6600" spc="-470" dirty="0">
                <a:solidFill>
                  <a:srgbClr val="FFFFFF"/>
                </a:solidFill>
              </a:rPr>
              <a:t>Y</a:t>
            </a:r>
            <a:r>
              <a:rPr sz="6600" spc="15" dirty="0">
                <a:solidFill>
                  <a:srgbClr val="FFFFFF"/>
                </a:solidFill>
              </a:rPr>
              <a:t>o</a:t>
            </a:r>
            <a:r>
              <a:rPr sz="6600" spc="20" dirty="0">
                <a:solidFill>
                  <a:srgbClr val="FFFFFF"/>
                </a:solidFill>
              </a:rPr>
              <a:t>u</a:t>
            </a:r>
            <a:r>
              <a:rPr sz="6600" spc="40" dirty="0">
                <a:solidFill>
                  <a:srgbClr val="FFFFFF"/>
                </a:solidFill>
              </a:rPr>
              <a:t>!</a:t>
            </a:r>
            <a:endParaRPr sz="6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TotalTime>
  <Words>607</Words>
  <Application>Microsoft Office PowerPoint</Application>
  <PresentationFormat>Widescreen</PresentationFormat>
  <Paragraphs>61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E-Commerce Product Delivery Prediction</vt:lpstr>
      <vt:lpstr>Objective Of the Project</vt:lpstr>
      <vt:lpstr>Approach</vt:lpstr>
      <vt:lpstr>Machine Learning Process Flow</vt:lpstr>
      <vt:lpstr>EDA(Exploratory Data Analysis)</vt:lpstr>
      <vt:lpstr>EDA(Exploratory Data Analysis)</vt:lpstr>
      <vt:lpstr>PowerPoint Presentation</vt:lpstr>
      <vt:lpstr>Accuracy Of all 4 Machine Learning MODEL</vt:lpstr>
      <vt:lpstr>Accuracy Of all 4 Machine Learning MODEL</vt:lpstr>
      <vt:lpstr>Accuracy Of all 4 Machine Learning MODEL</vt:lpstr>
      <vt:lpstr>Accuracy Of all 4 Machine Learning MODEL</vt:lpstr>
      <vt:lpstr>Deliverable/Outcomes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Oankar Ghorpade</cp:lastModifiedBy>
  <cp:revision>1</cp:revision>
  <dcterms:created xsi:type="dcterms:W3CDTF">2026-01-22T06:22:03Z</dcterms:created>
  <dcterms:modified xsi:type="dcterms:W3CDTF">2026-01-22T07:55:56Z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2026-01-15T00:00:00Z</vt:filetime>
  </property>
  <property fmtid="{D5CDD505-2E9C-101B-9397-08002B2CF9AE}" pid="3" name="LastSaved">
    <vt:filetime>2026-01-22T00:00:00Z</vt:filetime>
  </property>
</Properties>
</file>